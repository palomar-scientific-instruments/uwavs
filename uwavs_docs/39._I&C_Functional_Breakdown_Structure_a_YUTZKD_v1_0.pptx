
<file path=[Content_Types].xml><?xml version="1.0" encoding="utf-8"?>
<Types xmlns="http://schemas.openxmlformats.org/package/2006/content-types">
  <Default Extension="png" ContentType="image/png"/>
  <Default Extension="wmf" ContentType="image/x-wmf"/>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7"/>
  </p:notesMasterIdLst>
  <p:handoutMasterIdLst>
    <p:handoutMasterId r:id="rId8"/>
  </p:handoutMasterIdLst>
  <p:sldIdLst>
    <p:sldId id="365" r:id="rId2"/>
    <p:sldId id="394" r:id="rId3"/>
    <p:sldId id="395" r:id="rId4"/>
    <p:sldId id="375" r:id="rId5"/>
    <p:sldId id="366" r:id="rId6"/>
  </p:sldIdLst>
  <p:sldSz cx="12192000" cy="6858000"/>
  <p:notesSz cx="6797675" cy="9928225"/>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1E4EB"/>
    <a:srgbClr val="FF0000"/>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Средний стиль 2 — акцент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Средний стиль 2 — акцент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Средний стиль 2 — акцент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Средний стиль 2 — акцент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916" autoAdjust="0"/>
    <p:restoredTop sz="92308" autoAdjust="0"/>
  </p:normalViewPr>
  <p:slideViewPr>
    <p:cSldViewPr>
      <p:cViewPr varScale="1">
        <p:scale>
          <a:sx n="112" d="100"/>
          <a:sy n="112" d="100"/>
        </p:scale>
        <p:origin x="696" y="19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88" d="100"/>
          <a:sy n="88" d="100"/>
        </p:scale>
        <p:origin x="3888" y="19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a:extLst>
              <a:ext uri="{FF2B5EF4-FFF2-40B4-BE49-F238E27FC236}">
                <a16:creationId xmlns:a16="http://schemas.microsoft.com/office/drawing/2014/main" id="{62D689A0-BA4C-3D4D-9E7F-76A14EE7F7EE}"/>
              </a:ext>
            </a:extLst>
          </p:cNvPr>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endParaRPr lang="ru-RU"/>
          </a:p>
        </p:txBody>
      </p:sp>
      <p:sp>
        <p:nvSpPr>
          <p:cNvPr id="3" name="Дата 2">
            <a:extLst>
              <a:ext uri="{FF2B5EF4-FFF2-40B4-BE49-F238E27FC236}">
                <a16:creationId xmlns:a16="http://schemas.microsoft.com/office/drawing/2014/main" id="{8FFE57D5-C8DD-5948-8693-311F9394F9D0}"/>
              </a:ext>
            </a:extLst>
          </p:cNvPr>
          <p:cNvSpPr>
            <a:spLocks noGrp="1"/>
          </p:cNvSpPr>
          <p:nvPr>
            <p:ph type="dt" sz="quarter" idx="1"/>
          </p:nvPr>
        </p:nvSpPr>
        <p:spPr>
          <a:xfrm>
            <a:off x="3849688" y="0"/>
            <a:ext cx="2946400" cy="498475"/>
          </a:xfrm>
          <a:prstGeom prst="rect">
            <a:avLst/>
          </a:prstGeom>
        </p:spPr>
        <p:txBody>
          <a:bodyPr vert="horz" lIns="91440" tIns="45720" rIns="91440" bIns="45720" rtlCol="0"/>
          <a:lstStyle>
            <a:lvl1pPr algn="r">
              <a:defRPr sz="1200"/>
            </a:lvl1pPr>
          </a:lstStyle>
          <a:p>
            <a:fld id="{678C14B8-34CF-5343-BAB2-722C0B24BBC9}" type="datetimeFigureOut">
              <a:rPr lang="ru-RU" smtClean="0"/>
              <a:t>27.06.2019</a:t>
            </a:fld>
            <a:endParaRPr lang="ru-RU"/>
          </a:p>
        </p:txBody>
      </p:sp>
      <p:sp>
        <p:nvSpPr>
          <p:cNvPr id="4" name="Нижний колонтитул 3">
            <a:extLst>
              <a:ext uri="{FF2B5EF4-FFF2-40B4-BE49-F238E27FC236}">
                <a16:creationId xmlns:a16="http://schemas.microsoft.com/office/drawing/2014/main" id="{2C11C717-611C-C241-8E7A-8A19842875EB}"/>
              </a:ext>
            </a:extLst>
          </p:cNvPr>
          <p:cNvSpPr>
            <a:spLocks noGrp="1"/>
          </p:cNvSpPr>
          <p:nvPr>
            <p:ph type="ftr" sz="quarter" idx="2"/>
          </p:nvPr>
        </p:nvSpPr>
        <p:spPr>
          <a:xfrm>
            <a:off x="0" y="9429750"/>
            <a:ext cx="2946400" cy="498475"/>
          </a:xfrm>
          <a:prstGeom prst="rect">
            <a:avLst/>
          </a:prstGeom>
        </p:spPr>
        <p:txBody>
          <a:bodyPr vert="horz" lIns="91440" tIns="45720" rIns="91440" bIns="45720" rtlCol="0" anchor="b"/>
          <a:lstStyle>
            <a:lvl1pPr algn="l">
              <a:defRPr sz="1200"/>
            </a:lvl1pPr>
          </a:lstStyle>
          <a:p>
            <a:endParaRPr lang="ru-RU"/>
          </a:p>
        </p:txBody>
      </p:sp>
      <p:sp>
        <p:nvSpPr>
          <p:cNvPr id="5" name="Номер слайда 4">
            <a:extLst>
              <a:ext uri="{FF2B5EF4-FFF2-40B4-BE49-F238E27FC236}">
                <a16:creationId xmlns:a16="http://schemas.microsoft.com/office/drawing/2014/main" id="{D50704F8-7E9F-3441-92FD-21DB314DDA29}"/>
              </a:ext>
            </a:extLst>
          </p:cNvPr>
          <p:cNvSpPr>
            <a:spLocks noGrp="1"/>
          </p:cNvSpPr>
          <p:nvPr>
            <p:ph type="sldNum" sz="quarter" idx="3"/>
          </p:nvPr>
        </p:nvSpPr>
        <p:spPr>
          <a:xfrm>
            <a:off x="3849688" y="9429750"/>
            <a:ext cx="2946400" cy="498475"/>
          </a:xfrm>
          <a:prstGeom prst="rect">
            <a:avLst/>
          </a:prstGeom>
        </p:spPr>
        <p:txBody>
          <a:bodyPr vert="horz" lIns="91440" tIns="45720" rIns="91440" bIns="45720" rtlCol="0" anchor="b"/>
          <a:lstStyle>
            <a:lvl1pPr algn="r">
              <a:defRPr sz="1200"/>
            </a:lvl1pPr>
          </a:lstStyle>
          <a:p>
            <a:fld id="{0C399AE8-9C00-E246-9CDE-5239DF5DE1CA}" type="slidenum">
              <a:rPr lang="ru-RU" smtClean="0"/>
              <a:t>‹#›</a:t>
            </a:fld>
            <a:endParaRPr lang="ru-RU"/>
          </a:p>
        </p:txBody>
      </p:sp>
    </p:spTree>
    <p:extLst>
      <p:ext uri="{BB962C8B-B14F-4D97-AF65-F5344CB8AC3E}">
        <p14:creationId xmlns:p14="http://schemas.microsoft.com/office/powerpoint/2010/main" val="33402038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45659" cy="496411"/>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50443" y="0"/>
            <a:ext cx="2945659" cy="496411"/>
          </a:xfrm>
          <a:prstGeom prst="rect">
            <a:avLst/>
          </a:prstGeom>
        </p:spPr>
        <p:txBody>
          <a:bodyPr vert="horz" lIns="91440" tIns="45720" rIns="91440" bIns="45720" rtlCol="0"/>
          <a:lstStyle>
            <a:lvl1pPr algn="r">
              <a:defRPr sz="1200"/>
            </a:lvl1pPr>
          </a:lstStyle>
          <a:p>
            <a:fld id="{B7872176-0872-4D8F-ABEF-DFFD2764DC9B}" type="datetimeFigureOut">
              <a:rPr lang="ru-RU" smtClean="0"/>
              <a:t>27.06.2019</a:t>
            </a:fld>
            <a:endParaRPr lang="ru-RU"/>
          </a:p>
        </p:txBody>
      </p:sp>
      <p:sp>
        <p:nvSpPr>
          <p:cNvPr id="4" name="Образ слайда 3"/>
          <p:cNvSpPr>
            <a:spLocks noGrp="1" noRot="1" noChangeAspect="1"/>
          </p:cNvSpPr>
          <p:nvPr>
            <p:ph type="sldImg" idx="2"/>
          </p:nvPr>
        </p:nvSpPr>
        <p:spPr>
          <a:xfrm>
            <a:off x="90488" y="744538"/>
            <a:ext cx="6616700" cy="3722687"/>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79768" y="4715907"/>
            <a:ext cx="5438140" cy="4467701"/>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9430091"/>
            <a:ext cx="2945659" cy="496411"/>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50443" y="9430091"/>
            <a:ext cx="2945659" cy="496411"/>
          </a:xfrm>
          <a:prstGeom prst="rect">
            <a:avLst/>
          </a:prstGeom>
        </p:spPr>
        <p:txBody>
          <a:bodyPr vert="horz" lIns="91440" tIns="45720" rIns="91440" bIns="45720" rtlCol="0" anchor="b"/>
          <a:lstStyle>
            <a:lvl1pPr algn="r">
              <a:defRPr sz="1200"/>
            </a:lvl1pPr>
          </a:lstStyle>
          <a:p>
            <a:fld id="{B89C5340-2A7E-44C2-AF99-DB4FC99ECF7E}" type="slidenum">
              <a:rPr lang="ru-RU" smtClean="0"/>
              <a:t>‹#›</a:t>
            </a:fld>
            <a:endParaRPr lang="ru-RU"/>
          </a:p>
        </p:txBody>
      </p:sp>
    </p:spTree>
    <p:extLst>
      <p:ext uri="{BB962C8B-B14F-4D97-AF65-F5344CB8AC3E}">
        <p14:creationId xmlns:p14="http://schemas.microsoft.com/office/powerpoint/2010/main" val="26166225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charset="0"/>
              </a:defRPr>
            </a:lvl1pPr>
            <a:lvl2pPr marL="744538" indent="-285750" eaLnBrk="0" hangingPunct="0">
              <a:spcBef>
                <a:spcPct val="30000"/>
              </a:spcBef>
              <a:defRPr sz="1200">
                <a:solidFill>
                  <a:schemeClr val="tx1"/>
                </a:solidFill>
                <a:latin typeface="Arial" charset="0"/>
              </a:defRPr>
            </a:lvl2pPr>
            <a:lvl3pPr marL="1146175" indent="-228600" eaLnBrk="0" hangingPunct="0">
              <a:spcBef>
                <a:spcPct val="30000"/>
              </a:spcBef>
              <a:defRPr sz="1200">
                <a:solidFill>
                  <a:schemeClr val="tx1"/>
                </a:solidFill>
                <a:latin typeface="Arial" charset="0"/>
              </a:defRPr>
            </a:lvl3pPr>
            <a:lvl4pPr marL="1603375" indent="-228600" eaLnBrk="0" hangingPunct="0">
              <a:spcBef>
                <a:spcPct val="30000"/>
              </a:spcBef>
              <a:defRPr sz="1200">
                <a:solidFill>
                  <a:schemeClr val="tx1"/>
                </a:solidFill>
                <a:latin typeface="Arial" charset="0"/>
              </a:defRPr>
            </a:lvl4pPr>
            <a:lvl5pPr marL="2062163" indent="-228600" eaLnBrk="0" hangingPunct="0">
              <a:spcBef>
                <a:spcPct val="30000"/>
              </a:spcBef>
              <a:defRPr sz="1200">
                <a:solidFill>
                  <a:schemeClr val="tx1"/>
                </a:solidFill>
                <a:latin typeface="Arial" charset="0"/>
              </a:defRPr>
            </a:lvl5pPr>
            <a:lvl6pPr marL="2519363" indent="-228600" eaLnBrk="0" fontAlgn="base" hangingPunct="0">
              <a:spcBef>
                <a:spcPct val="30000"/>
              </a:spcBef>
              <a:spcAft>
                <a:spcPct val="0"/>
              </a:spcAft>
              <a:defRPr sz="1200">
                <a:solidFill>
                  <a:schemeClr val="tx1"/>
                </a:solidFill>
                <a:latin typeface="Arial" charset="0"/>
              </a:defRPr>
            </a:lvl6pPr>
            <a:lvl7pPr marL="2976563" indent="-228600" eaLnBrk="0" fontAlgn="base" hangingPunct="0">
              <a:spcBef>
                <a:spcPct val="30000"/>
              </a:spcBef>
              <a:spcAft>
                <a:spcPct val="0"/>
              </a:spcAft>
              <a:defRPr sz="1200">
                <a:solidFill>
                  <a:schemeClr val="tx1"/>
                </a:solidFill>
                <a:latin typeface="Arial" charset="0"/>
              </a:defRPr>
            </a:lvl7pPr>
            <a:lvl8pPr marL="3433763" indent="-228600" eaLnBrk="0" fontAlgn="base" hangingPunct="0">
              <a:spcBef>
                <a:spcPct val="30000"/>
              </a:spcBef>
              <a:spcAft>
                <a:spcPct val="0"/>
              </a:spcAft>
              <a:defRPr sz="1200">
                <a:solidFill>
                  <a:schemeClr val="tx1"/>
                </a:solidFill>
                <a:latin typeface="Arial" charset="0"/>
              </a:defRPr>
            </a:lvl8pPr>
            <a:lvl9pPr marL="3890963" indent="-228600" eaLnBrk="0" fontAlgn="base" hangingPunct="0">
              <a:spcBef>
                <a:spcPct val="30000"/>
              </a:spcBef>
              <a:spcAft>
                <a:spcPct val="0"/>
              </a:spcAft>
              <a:defRPr sz="1200">
                <a:solidFill>
                  <a:schemeClr val="tx1"/>
                </a:solidFill>
                <a:latin typeface="Arial" charset="0"/>
              </a:defRPr>
            </a:lvl9pPr>
          </a:lstStyle>
          <a:p>
            <a:pPr>
              <a:spcBef>
                <a:spcPct val="0"/>
              </a:spcBef>
            </a:pPr>
            <a:fld id="{1FD84DDE-6DDC-4D2E-88EF-E70897C5DD0C}" type="slidenum">
              <a:rPr lang="en-GB" altLang="ko-KR" smtClean="0">
                <a:ea typeface="Gulim" pitchFamily="34" charset="-127"/>
              </a:rPr>
              <a:pPr>
                <a:spcBef>
                  <a:spcPct val="0"/>
                </a:spcBef>
              </a:pPr>
              <a:t>2</a:t>
            </a:fld>
            <a:endParaRPr lang="en-GB" altLang="ko-KR">
              <a:ea typeface="Gulim" pitchFamily="34" charset="-127"/>
            </a:endParaRPr>
          </a:p>
        </p:txBody>
      </p:sp>
      <p:sp>
        <p:nvSpPr>
          <p:cNvPr id="44035" name="Rectangle 2"/>
          <p:cNvSpPr>
            <a:spLocks noGrp="1" noRot="1" noChangeAspect="1" noChangeArrowheads="1" noTextEdit="1"/>
          </p:cNvSpPr>
          <p:nvPr>
            <p:ph type="sldImg"/>
          </p:nvPr>
        </p:nvSpPr>
        <p:spPr>
          <a:xfrm>
            <a:off x="88900" y="744538"/>
            <a:ext cx="6619875" cy="3724275"/>
          </a:xfrm>
          <a:ln/>
        </p:spPr>
      </p:sp>
      <p:sp>
        <p:nvSpPr>
          <p:cNvPr id="440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ko-KR">
              <a:ea typeface="Gulim" pitchFamily="34" charset="-127"/>
            </a:endParaRPr>
          </a:p>
        </p:txBody>
      </p:sp>
    </p:spTree>
    <p:extLst>
      <p:ext uri="{BB962C8B-B14F-4D97-AF65-F5344CB8AC3E}">
        <p14:creationId xmlns:p14="http://schemas.microsoft.com/office/powerpoint/2010/main" val="41021622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charset="0"/>
              </a:defRPr>
            </a:lvl1pPr>
            <a:lvl2pPr marL="744538" indent="-285750" eaLnBrk="0" hangingPunct="0">
              <a:spcBef>
                <a:spcPct val="30000"/>
              </a:spcBef>
              <a:defRPr sz="1200">
                <a:solidFill>
                  <a:schemeClr val="tx1"/>
                </a:solidFill>
                <a:latin typeface="Arial" charset="0"/>
              </a:defRPr>
            </a:lvl2pPr>
            <a:lvl3pPr marL="1146175" indent="-228600" eaLnBrk="0" hangingPunct="0">
              <a:spcBef>
                <a:spcPct val="30000"/>
              </a:spcBef>
              <a:defRPr sz="1200">
                <a:solidFill>
                  <a:schemeClr val="tx1"/>
                </a:solidFill>
                <a:latin typeface="Arial" charset="0"/>
              </a:defRPr>
            </a:lvl3pPr>
            <a:lvl4pPr marL="1603375" indent="-228600" eaLnBrk="0" hangingPunct="0">
              <a:spcBef>
                <a:spcPct val="30000"/>
              </a:spcBef>
              <a:defRPr sz="1200">
                <a:solidFill>
                  <a:schemeClr val="tx1"/>
                </a:solidFill>
                <a:latin typeface="Arial" charset="0"/>
              </a:defRPr>
            </a:lvl4pPr>
            <a:lvl5pPr marL="2062163" indent="-228600" eaLnBrk="0" hangingPunct="0">
              <a:spcBef>
                <a:spcPct val="30000"/>
              </a:spcBef>
              <a:defRPr sz="1200">
                <a:solidFill>
                  <a:schemeClr val="tx1"/>
                </a:solidFill>
                <a:latin typeface="Arial" charset="0"/>
              </a:defRPr>
            </a:lvl5pPr>
            <a:lvl6pPr marL="2519363" indent="-228600" eaLnBrk="0" fontAlgn="base" hangingPunct="0">
              <a:spcBef>
                <a:spcPct val="30000"/>
              </a:spcBef>
              <a:spcAft>
                <a:spcPct val="0"/>
              </a:spcAft>
              <a:defRPr sz="1200">
                <a:solidFill>
                  <a:schemeClr val="tx1"/>
                </a:solidFill>
                <a:latin typeface="Arial" charset="0"/>
              </a:defRPr>
            </a:lvl6pPr>
            <a:lvl7pPr marL="2976563" indent="-228600" eaLnBrk="0" fontAlgn="base" hangingPunct="0">
              <a:spcBef>
                <a:spcPct val="30000"/>
              </a:spcBef>
              <a:spcAft>
                <a:spcPct val="0"/>
              </a:spcAft>
              <a:defRPr sz="1200">
                <a:solidFill>
                  <a:schemeClr val="tx1"/>
                </a:solidFill>
                <a:latin typeface="Arial" charset="0"/>
              </a:defRPr>
            </a:lvl7pPr>
            <a:lvl8pPr marL="3433763" indent="-228600" eaLnBrk="0" fontAlgn="base" hangingPunct="0">
              <a:spcBef>
                <a:spcPct val="30000"/>
              </a:spcBef>
              <a:spcAft>
                <a:spcPct val="0"/>
              </a:spcAft>
              <a:defRPr sz="1200">
                <a:solidFill>
                  <a:schemeClr val="tx1"/>
                </a:solidFill>
                <a:latin typeface="Arial" charset="0"/>
              </a:defRPr>
            </a:lvl8pPr>
            <a:lvl9pPr marL="3890963" indent="-228600" eaLnBrk="0" fontAlgn="base" hangingPunct="0">
              <a:spcBef>
                <a:spcPct val="30000"/>
              </a:spcBef>
              <a:spcAft>
                <a:spcPct val="0"/>
              </a:spcAft>
              <a:defRPr sz="1200">
                <a:solidFill>
                  <a:schemeClr val="tx1"/>
                </a:solidFill>
                <a:latin typeface="Arial" charset="0"/>
              </a:defRPr>
            </a:lvl9pPr>
          </a:lstStyle>
          <a:p>
            <a:pPr>
              <a:spcBef>
                <a:spcPct val="0"/>
              </a:spcBef>
            </a:pPr>
            <a:fld id="{1FD84DDE-6DDC-4D2E-88EF-E70897C5DD0C}" type="slidenum">
              <a:rPr lang="en-GB" altLang="ko-KR" smtClean="0">
                <a:ea typeface="Gulim" pitchFamily="34" charset="-127"/>
              </a:rPr>
              <a:pPr>
                <a:spcBef>
                  <a:spcPct val="0"/>
                </a:spcBef>
              </a:pPr>
              <a:t>3</a:t>
            </a:fld>
            <a:endParaRPr lang="en-GB" altLang="ko-KR">
              <a:ea typeface="Gulim" pitchFamily="34" charset="-127"/>
            </a:endParaRPr>
          </a:p>
        </p:txBody>
      </p:sp>
      <p:sp>
        <p:nvSpPr>
          <p:cNvPr id="44035" name="Rectangle 2"/>
          <p:cNvSpPr>
            <a:spLocks noGrp="1" noRot="1" noChangeAspect="1" noChangeArrowheads="1" noTextEdit="1"/>
          </p:cNvSpPr>
          <p:nvPr>
            <p:ph type="sldImg"/>
          </p:nvPr>
        </p:nvSpPr>
        <p:spPr>
          <a:xfrm>
            <a:off x="88900" y="744538"/>
            <a:ext cx="6619875" cy="3724275"/>
          </a:xfrm>
          <a:ln/>
        </p:spPr>
      </p:sp>
      <p:sp>
        <p:nvSpPr>
          <p:cNvPr id="440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ko-KR">
              <a:ea typeface="Gulim" pitchFamily="34" charset="-127"/>
            </a:endParaRPr>
          </a:p>
        </p:txBody>
      </p:sp>
    </p:spTree>
    <p:extLst>
      <p:ext uri="{BB962C8B-B14F-4D97-AF65-F5344CB8AC3E}">
        <p14:creationId xmlns:p14="http://schemas.microsoft.com/office/powerpoint/2010/main" val="2834555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B89C5340-2A7E-44C2-AF99-DB4FC99ECF7E}" type="slidenum">
              <a:rPr lang="ru-RU" smtClean="0"/>
              <a:t>4</a:t>
            </a:fld>
            <a:endParaRPr lang="ru-RU"/>
          </a:p>
        </p:txBody>
      </p:sp>
    </p:spTree>
    <p:extLst>
      <p:ext uri="{BB962C8B-B14F-4D97-AF65-F5344CB8AC3E}">
        <p14:creationId xmlns:p14="http://schemas.microsoft.com/office/powerpoint/2010/main" val="73660653"/>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wmf"/><Relationship Id="rId10" Type="http://schemas.openxmlformats.org/officeDocument/2006/relationships/image" Target="../media/image9.png"/><Relationship Id="rId4" Type="http://schemas.openxmlformats.org/officeDocument/2006/relationships/image" Target="../media/image3.wmf"/><Relationship Id="rId9" Type="http://schemas.openxmlformats.org/officeDocument/2006/relationships/image" Target="../media/image8.jpe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wmf"/><Relationship Id="rId10" Type="http://schemas.openxmlformats.org/officeDocument/2006/relationships/image" Target="../media/image11.png"/><Relationship Id="rId4" Type="http://schemas.openxmlformats.org/officeDocument/2006/relationships/image" Target="../media/image3.wmf"/><Relationship Id="rId9" Type="http://schemas.openxmlformats.org/officeDocument/2006/relationships/image" Target="../media/image10.jpeg"/></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wmf"/><Relationship Id="rId10" Type="http://schemas.openxmlformats.org/officeDocument/2006/relationships/image" Target="../media/image9.png"/><Relationship Id="rId4" Type="http://schemas.openxmlformats.org/officeDocument/2006/relationships/image" Target="../media/image3.wmf"/><Relationship Id="rId9" Type="http://schemas.openxmlformats.org/officeDocument/2006/relationships/image" Target="../media/image8.jpe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Титульный слайд">
    <p:spTree>
      <p:nvGrpSpPr>
        <p:cNvPr id="1" name=""/>
        <p:cNvGrpSpPr/>
        <p:nvPr/>
      </p:nvGrpSpPr>
      <p:grpSpPr>
        <a:xfrm>
          <a:off x="0" y="0"/>
          <a:ext cx="0" cy="0"/>
          <a:chOff x="0" y="0"/>
          <a:chExt cx="0" cy="0"/>
        </a:xfrm>
      </p:grpSpPr>
      <p:cxnSp>
        <p:nvCxnSpPr>
          <p:cNvPr id="19" name="Прямая соединительная линия 18"/>
          <p:cNvCxnSpPr/>
          <p:nvPr userDrawn="1"/>
        </p:nvCxnSpPr>
        <p:spPr>
          <a:xfrm>
            <a:off x="0" y="1340768"/>
            <a:ext cx="12192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Прямая соединительная линия 19"/>
          <p:cNvCxnSpPr/>
          <p:nvPr userDrawn="1"/>
        </p:nvCxnSpPr>
        <p:spPr>
          <a:xfrm>
            <a:off x="-6724" y="6453336"/>
            <a:ext cx="12192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21" name="Picture 13" descr="Flags:EU.tif"/>
          <p:cNvPicPr preferRelativeResize="0">
            <a:picLocks noChangeAspect="1" noChangeArrowheads="1"/>
          </p:cNvPicPr>
          <p:nvPr userDrawn="1"/>
        </p:nvPicPr>
        <p:blipFill>
          <a:blip r:embed="rId2" cstate="print"/>
          <a:srcRect/>
          <a:stretch>
            <a:fillRect/>
          </a:stretch>
        </p:blipFill>
        <p:spPr bwMode="auto">
          <a:xfrm>
            <a:off x="9777154" y="6597192"/>
            <a:ext cx="290618" cy="201789"/>
          </a:xfrm>
          <a:prstGeom prst="rect">
            <a:avLst/>
          </a:prstGeom>
          <a:noFill/>
          <a:ln w="9525">
            <a:noFill/>
            <a:miter lim="800000"/>
            <a:headEnd/>
            <a:tailEnd/>
          </a:ln>
        </p:spPr>
      </p:pic>
      <p:pic>
        <p:nvPicPr>
          <p:cNvPr id="22" name="Picture 14" descr="Flags:RUS.tif"/>
          <p:cNvPicPr>
            <a:picLocks noChangeAspect="1" noChangeArrowheads="1"/>
          </p:cNvPicPr>
          <p:nvPr userDrawn="1"/>
        </p:nvPicPr>
        <p:blipFill>
          <a:blip r:embed="rId3" cstate="print"/>
          <a:srcRect/>
          <a:stretch>
            <a:fillRect/>
          </a:stretch>
        </p:blipFill>
        <p:spPr bwMode="auto">
          <a:xfrm>
            <a:off x="11422548" y="6596527"/>
            <a:ext cx="277858" cy="187593"/>
          </a:xfrm>
          <a:prstGeom prst="rect">
            <a:avLst/>
          </a:prstGeom>
          <a:noFill/>
          <a:ln w="9525">
            <a:solidFill>
              <a:schemeClr val="bg1">
                <a:lumMod val="75000"/>
              </a:schemeClr>
            </a:solidFill>
            <a:miter lim="800000"/>
            <a:headEnd/>
            <a:tailEnd/>
          </a:ln>
        </p:spPr>
      </p:pic>
      <p:pic>
        <p:nvPicPr>
          <p:cNvPr id="23" name="Picture 17"/>
          <p:cNvPicPr>
            <a:picLocks noChangeAspect="1" noChangeArrowheads="1"/>
          </p:cNvPicPr>
          <p:nvPr userDrawn="1"/>
        </p:nvPicPr>
        <p:blipFill>
          <a:blip r:embed="rId4" cstate="print"/>
          <a:srcRect/>
          <a:stretch>
            <a:fillRect/>
          </a:stretch>
        </p:blipFill>
        <p:spPr bwMode="auto">
          <a:xfrm>
            <a:off x="9347898" y="6597192"/>
            <a:ext cx="296573" cy="213998"/>
          </a:xfrm>
          <a:prstGeom prst="rect">
            <a:avLst/>
          </a:prstGeom>
          <a:noFill/>
          <a:ln w="9525">
            <a:noFill/>
            <a:miter lim="800000"/>
            <a:headEnd/>
            <a:tailEnd/>
          </a:ln>
        </p:spPr>
      </p:pic>
      <p:pic>
        <p:nvPicPr>
          <p:cNvPr id="24" name="Picture 47"/>
          <p:cNvPicPr>
            <a:picLocks noChangeAspect="1" noChangeArrowheads="1"/>
          </p:cNvPicPr>
          <p:nvPr userDrawn="1"/>
        </p:nvPicPr>
        <p:blipFill>
          <a:blip r:embed="rId5" cstate="print"/>
          <a:srcRect/>
          <a:stretch>
            <a:fillRect/>
          </a:stretch>
        </p:blipFill>
        <p:spPr bwMode="auto">
          <a:xfrm>
            <a:off x="11834065" y="6597192"/>
            <a:ext cx="271924" cy="185772"/>
          </a:xfrm>
          <a:prstGeom prst="rect">
            <a:avLst/>
          </a:prstGeom>
          <a:noFill/>
          <a:ln w="9525">
            <a:noFill/>
            <a:miter lim="800000"/>
            <a:headEnd/>
            <a:tailEnd/>
          </a:ln>
        </p:spPr>
      </p:pic>
      <p:pic>
        <p:nvPicPr>
          <p:cNvPr id="25" name="Picture 53" descr="JAP.tif                                                        0001EF3EPowerMac HD                    B46B4EE0:"/>
          <p:cNvPicPr>
            <a:picLocks noChangeAspect="1" noChangeArrowheads="1"/>
          </p:cNvPicPr>
          <p:nvPr userDrawn="1"/>
        </p:nvPicPr>
        <p:blipFill>
          <a:blip r:embed="rId6" cstate="print"/>
          <a:srcRect/>
          <a:stretch>
            <a:fillRect/>
          </a:stretch>
        </p:blipFill>
        <p:spPr bwMode="auto">
          <a:xfrm>
            <a:off x="10609141" y="6596527"/>
            <a:ext cx="275619" cy="198113"/>
          </a:xfrm>
          <a:prstGeom prst="rect">
            <a:avLst/>
          </a:prstGeom>
          <a:gradFill rotWithShape="0">
            <a:gsLst>
              <a:gs pos="0">
                <a:srgbClr val="A4E6FA"/>
              </a:gs>
              <a:gs pos="100000">
                <a:srgbClr val="74A4C4"/>
              </a:gs>
            </a:gsLst>
            <a:path path="rect">
              <a:fillToRect l="100000" b="100000"/>
            </a:path>
          </a:gradFill>
          <a:ln w="9525">
            <a:solidFill>
              <a:schemeClr val="bg1">
                <a:lumMod val="75000"/>
              </a:schemeClr>
            </a:solidFill>
            <a:miter lim="800000"/>
            <a:headEnd/>
            <a:tailEnd/>
          </a:ln>
        </p:spPr>
      </p:pic>
      <p:pic>
        <p:nvPicPr>
          <p:cNvPr id="26" name="Object 55"/>
          <p:cNvPicPr>
            <a:picLocks noChangeAspect="1" noChangeArrowheads="1"/>
          </p:cNvPicPr>
          <p:nvPr userDrawn="1"/>
        </p:nvPicPr>
        <p:blipFill>
          <a:blip r:embed="rId7" cstate="print"/>
          <a:srcRect/>
          <a:stretch>
            <a:fillRect/>
          </a:stretch>
        </p:blipFill>
        <p:spPr bwMode="auto">
          <a:xfrm>
            <a:off x="11018071" y="6596969"/>
            <a:ext cx="293473" cy="203414"/>
          </a:xfrm>
          <a:prstGeom prst="rect">
            <a:avLst/>
          </a:prstGeom>
          <a:noFill/>
          <a:ln w="3175">
            <a:solidFill>
              <a:srgbClr val="969696"/>
            </a:solidFill>
            <a:miter lim="800000"/>
            <a:headEnd/>
            <a:tailEnd/>
          </a:ln>
        </p:spPr>
      </p:pic>
      <p:pic>
        <p:nvPicPr>
          <p:cNvPr id="27" name="Рисунок 26" descr="india_flag.gif"/>
          <p:cNvPicPr>
            <a:picLocks noChangeAspect="1"/>
          </p:cNvPicPr>
          <p:nvPr userDrawn="1"/>
        </p:nvPicPr>
        <p:blipFill>
          <a:blip r:embed="rId8" cstate="print"/>
          <a:srcRect/>
          <a:stretch>
            <a:fillRect/>
          </a:stretch>
        </p:blipFill>
        <p:spPr bwMode="auto">
          <a:xfrm>
            <a:off x="10200456" y="6597192"/>
            <a:ext cx="275891" cy="191111"/>
          </a:xfrm>
          <a:prstGeom prst="rect">
            <a:avLst/>
          </a:prstGeom>
          <a:noFill/>
          <a:ln w="9525">
            <a:noFill/>
            <a:miter lim="800000"/>
            <a:headEnd/>
            <a:tailEnd/>
          </a:ln>
        </p:spPr>
      </p:pic>
      <p:sp>
        <p:nvSpPr>
          <p:cNvPr id="28" name="TextBox 27"/>
          <p:cNvSpPr txBox="1"/>
          <p:nvPr userDrawn="1"/>
        </p:nvSpPr>
        <p:spPr>
          <a:xfrm>
            <a:off x="26097" y="6453336"/>
            <a:ext cx="5904180" cy="400110"/>
          </a:xfrm>
          <a:prstGeom prst="rect">
            <a:avLst/>
          </a:prstGeom>
          <a:noFill/>
        </p:spPr>
        <p:txBody>
          <a:bodyPr wrap="none" rtlCol="0">
            <a:spAutoFit/>
          </a:bodyPr>
          <a:lstStyle/>
          <a:p>
            <a:r>
              <a:rPr lang="en-US" sz="2000" b="1" dirty="0"/>
              <a:t>I</a:t>
            </a:r>
            <a:r>
              <a:rPr lang="en-US" dirty="0"/>
              <a:t>NTERNATIONAL</a:t>
            </a:r>
            <a:r>
              <a:rPr lang="en-US" baseline="0" dirty="0"/>
              <a:t> </a:t>
            </a:r>
            <a:r>
              <a:rPr lang="en-US" sz="2000" b="1" baseline="0" dirty="0"/>
              <a:t>T</a:t>
            </a:r>
            <a:r>
              <a:rPr lang="en-US" baseline="0" dirty="0"/>
              <a:t>HERMONUCLEAR </a:t>
            </a:r>
            <a:r>
              <a:rPr lang="en-US" sz="2000" b="1" baseline="0" dirty="0"/>
              <a:t>E</a:t>
            </a:r>
            <a:r>
              <a:rPr lang="en-US" baseline="0" dirty="0"/>
              <a:t>XPERIMENTAL </a:t>
            </a:r>
            <a:r>
              <a:rPr lang="en-US" sz="2000" b="1" baseline="0" dirty="0"/>
              <a:t>R</a:t>
            </a:r>
            <a:r>
              <a:rPr lang="en-US" baseline="0" dirty="0"/>
              <a:t>EACTOR</a:t>
            </a:r>
            <a:endParaRPr lang="ru-RU" dirty="0"/>
          </a:p>
        </p:txBody>
      </p:sp>
      <p:sp>
        <p:nvSpPr>
          <p:cNvPr id="29" name="Заголовок 28"/>
          <p:cNvSpPr>
            <a:spLocks noGrp="1"/>
          </p:cNvSpPr>
          <p:nvPr>
            <p:ph type="title"/>
          </p:nvPr>
        </p:nvSpPr>
        <p:spPr>
          <a:xfrm>
            <a:off x="838200" y="2060848"/>
            <a:ext cx="10515600" cy="1325563"/>
          </a:xfrm>
          <a:prstGeom prst="rect">
            <a:avLst/>
          </a:prstGeom>
        </p:spPr>
        <p:txBody>
          <a:bodyPr/>
          <a:lstStyle>
            <a:lvl1pPr algn="ctr">
              <a:defRPr sz="4000">
                <a:latin typeface="+mj-lt"/>
              </a:defRPr>
            </a:lvl1pPr>
          </a:lstStyle>
          <a:p>
            <a:r>
              <a:rPr lang="ru-RU" dirty="0"/>
              <a:t>Образец заголовка</a:t>
            </a:r>
          </a:p>
        </p:txBody>
      </p:sp>
      <p:pic>
        <p:nvPicPr>
          <p:cNvPr id="30" name="Picture 2" descr="D:\ITER\Командировки и выступления\ШАБЛОН ДОКУМЕНТОВ\Презентации\Logo_end_300 dpi.jpg"/>
          <p:cNvPicPr>
            <a:picLocks noChangeAspect="1" noChangeArrowheads="1"/>
          </p:cNvPicPr>
          <p:nvPr userDrawn="1"/>
        </p:nvPicPr>
        <p:blipFill>
          <a:blip r:embed="rId9" cstate="print">
            <a:extLst>
              <a:ext uri="{28A0092B-C50C-407E-A947-70E740481C1C}">
                <a14:useLocalDpi xmlns:a14="http://schemas.microsoft.com/office/drawing/2010/main" val="0"/>
              </a:ext>
            </a:extLst>
          </a:blip>
          <a:srcRect/>
          <a:stretch>
            <a:fillRect/>
          </a:stretch>
        </p:blipFill>
        <p:spPr bwMode="auto">
          <a:xfrm>
            <a:off x="157126" y="136540"/>
            <a:ext cx="1362147" cy="1124744"/>
          </a:xfrm>
          <a:prstGeom prst="rect">
            <a:avLst/>
          </a:prstGeom>
          <a:noFill/>
          <a:extLst>
            <a:ext uri="{909E8E84-426E-40DD-AFC4-6F175D3DCCD1}">
              <a14:hiddenFill xmlns:a14="http://schemas.microsoft.com/office/drawing/2010/main">
                <a:solidFill>
                  <a:srgbClr val="FFFFFF"/>
                </a:solidFill>
              </a14:hiddenFill>
            </a:ext>
          </a:extLst>
        </p:spPr>
      </p:pic>
      <p:sp>
        <p:nvSpPr>
          <p:cNvPr id="31" name="Прямоугольник 30"/>
          <p:cNvSpPr/>
          <p:nvPr userDrawn="1"/>
        </p:nvSpPr>
        <p:spPr>
          <a:xfrm>
            <a:off x="2388096" y="44624"/>
            <a:ext cx="7596336" cy="1261884"/>
          </a:xfrm>
          <a:prstGeom prst="rect">
            <a:avLst/>
          </a:prstGeom>
          <a:noFill/>
        </p:spPr>
        <p:txBody>
          <a:bodyPr wrap="square" lIns="91440" tIns="45720" rIns="91440" bIns="45720">
            <a:spAutoFit/>
          </a:bodyPr>
          <a:lstStyle/>
          <a:p>
            <a:pPr algn="ctr"/>
            <a:r>
              <a:rPr lang="ru-RU" sz="4000" b="1" dirty="0" err="1">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rPr>
              <a:t>Institution</a:t>
            </a:r>
            <a:r>
              <a:rPr lang="ru-RU" sz="4000" b="1" dirty="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rPr>
              <a:t> «</a:t>
            </a:r>
            <a:r>
              <a:rPr lang="ru-RU" sz="4000" b="1" dirty="0" err="1">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rPr>
              <a:t>Project</a:t>
            </a:r>
            <a:r>
              <a:rPr lang="ru-RU" sz="4000" b="1" dirty="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rPr>
              <a:t> </a:t>
            </a:r>
            <a:r>
              <a:rPr lang="ru-RU" sz="4000" b="1" dirty="0" err="1">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rPr>
              <a:t>Center</a:t>
            </a:r>
            <a:r>
              <a:rPr lang="ru-RU" sz="4000" b="1" dirty="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rPr>
              <a:t> ITER»</a:t>
            </a:r>
          </a:p>
          <a:p>
            <a:pPr algn="ctr"/>
            <a:r>
              <a:rPr lang="ru-RU" sz="3600" b="1" dirty="0" err="1">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rPr>
              <a:t>Russian</a:t>
            </a:r>
            <a:r>
              <a:rPr lang="ru-RU" sz="3600" b="1" dirty="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rPr>
              <a:t> </a:t>
            </a:r>
            <a:r>
              <a:rPr lang="ru-RU" sz="3600" b="1" dirty="0" err="1">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rPr>
              <a:t>Federation</a:t>
            </a:r>
            <a:r>
              <a:rPr lang="ru-RU" sz="3600" b="1" dirty="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rPr>
              <a:t> </a:t>
            </a:r>
            <a:r>
              <a:rPr lang="ru-RU" sz="3600" b="1" dirty="0" err="1">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rPr>
              <a:t>Domestic</a:t>
            </a:r>
            <a:r>
              <a:rPr lang="ru-RU" sz="3600" b="1" dirty="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rPr>
              <a:t> </a:t>
            </a:r>
            <a:r>
              <a:rPr lang="ru-RU" sz="3600" b="1" dirty="0" err="1">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rPr>
              <a:t>Agency</a:t>
            </a:r>
            <a:endParaRPr lang="ru-RU" sz="3600" b="1" dirty="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endParaRPr>
          </a:p>
        </p:txBody>
      </p:sp>
      <p:pic>
        <p:nvPicPr>
          <p:cNvPr id="32" name="Рисунок 31"/>
          <p:cNvPicPr>
            <a:picLocks noChangeAspect="1"/>
          </p:cNvPicPr>
          <p:nvPr userDrawn="1"/>
        </p:nvPicPr>
        <p:blipFill rotWithShape="1">
          <a:blip r:embed="rId10" cstate="print">
            <a:extLst>
              <a:ext uri="{28A0092B-C50C-407E-A947-70E740481C1C}">
                <a14:useLocalDpi xmlns:a14="http://schemas.microsoft.com/office/drawing/2010/main" val="0"/>
              </a:ext>
            </a:extLst>
          </a:blip>
          <a:srcRect l="34612" t="25457" r="33335" b="22130"/>
          <a:stretch/>
        </p:blipFill>
        <p:spPr>
          <a:xfrm>
            <a:off x="10920536" y="50106"/>
            <a:ext cx="1078379" cy="1250920"/>
          </a:xfrm>
          <a:prstGeom prst="rect">
            <a:avLst/>
          </a:prstGeom>
        </p:spPr>
      </p:pic>
      <p:sp>
        <p:nvSpPr>
          <p:cNvPr id="36" name="Текст 35"/>
          <p:cNvSpPr>
            <a:spLocks noGrp="1"/>
          </p:cNvSpPr>
          <p:nvPr>
            <p:ph type="body" sz="quarter" idx="10" hasCustomPrompt="1"/>
          </p:nvPr>
        </p:nvSpPr>
        <p:spPr>
          <a:xfrm>
            <a:off x="4727848" y="5657538"/>
            <a:ext cx="2736304" cy="395689"/>
          </a:xfrm>
          <a:prstGeom prst="rect">
            <a:avLst/>
          </a:prstGeom>
        </p:spPr>
        <p:txBody>
          <a:bodyPr/>
          <a:lstStyle>
            <a:lvl1pPr marL="0" indent="0" algn="ctr">
              <a:buNone/>
              <a:defRPr sz="2000"/>
            </a:lvl1pPr>
          </a:lstStyle>
          <a:p>
            <a:pPr lvl="0"/>
            <a:r>
              <a:rPr lang="ru-RU" dirty="0"/>
              <a:t>Автор презентации</a:t>
            </a:r>
          </a:p>
        </p:txBody>
      </p:sp>
      <p:sp>
        <p:nvSpPr>
          <p:cNvPr id="2" name="TextBox 1"/>
          <p:cNvSpPr txBox="1"/>
          <p:nvPr userDrawn="1"/>
        </p:nvSpPr>
        <p:spPr>
          <a:xfrm>
            <a:off x="4433814" y="6022740"/>
            <a:ext cx="3324372" cy="400110"/>
          </a:xfrm>
          <a:prstGeom prst="rect">
            <a:avLst/>
          </a:prstGeom>
          <a:noFill/>
        </p:spPr>
        <p:txBody>
          <a:bodyPr wrap="none" rtlCol="0">
            <a:spAutoFit/>
          </a:bodyPr>
          <a:lstStyle/>
          <a:p>
            <a:r>
              <a:rPr lang="en-US" sz="2000" dirty="0"/>
              <a:t>Control</a:t>
            </a:r>
            <a:r>
              <a:rPr lang="en-US" sz="2000" baseline="0" dirty="0"/>
              <a:t> System Section, RF DA</a:t>
            </a:r>
            <a:endParaRPr lang="ru-RU" sz="200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Заголовок и объект">
    <p:spTree>
      <p:nvGrpSpPr>
        <p:cNvPr id="1" name=""/>
        <p:cNvGrpSpPr/>
        <p:nvPr/>
      </p:nvGrpSpPr>
      <p:grpSpPr>
        <a:xfrm>
          <a:off x="0" y="0"/>
          <a:ext cx="0" cy="0"/>
          <a:chOff x="0" y="0"/>
          <a:chExt cx="0" cy="0"/>
        </a:xfrm>
      </p:grpSpPr>
      <p:cxnSp>
        <p:nvCxnSpPr>
          <p:cNvPr id="18" name="Прямая соединительная линия 17"/>
          <p:cNvCxnSpPr/>
          <p:nvPr userDrawn="1"/>
        </p:nvCxnSpPr>
        <p:spPr>
          <a:xfrm>
            <a:off x="-6724" y="620688"/>
            <a:ext cx="12192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Прямая соединительная линия 18"/>
          <p:cNvCxnSpPr/>
          <p:nvPr userDrawn="1"/>
        </p:nvCxnSpPr>
        <p:spPr>
          <a:xfrm>
            <a:off x="-6724" y="6453336"/>
            <a:ext cx="12192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20" name="Picture 13" descr="Flags:EU.tif"/>
          <p:cNvPicPr preferRelativeResize="0">
            <a:picLocks noChangeAspect="1" noChangeArrowheads="1"/>
          </p:cNvPicPr>
          <p:nvPr userDrawn="1"/>
        </p:nvPicPr>
        <p:blipFill>
          <a:blip r:embed="rId2" cstate="print"/>
          <a:srcRect/>
          <a:stretch>
            <a:fillRect/>
          </a:stretch>
        </p:blipFill>
        <p:spPr bwMode="auto">
          <a:xfrm>
            <a:off x="9777154" y="6597192"/>
            <a:ext cx="290618" cy="201789"/>
          </a:xfrm>
          <a:prstGeom prst="rect">
            <a:avLst/>
          </a:prstGeom>
          <a:noFill/>
          <a:ln w="9525">
            <a:noFill/>
            <a:miter lim="800000"/>
            <a:headEnd/>
            <a:tailEnd/>
          </a:ln>
        </p:spPr>
      </p:pic>
      <p:pic>
        <p:nvPicPr>
          <p:cNvPr id="21" name="Picture 14" descr="Flags:RUS.tif"/>
          <p:cNvPicPr>
            <a:picLocks noChangeAspect="1" noChangeArrowheads="1"/>
          </p:cNvPicPr>
          <p:nvPr userDrawn="1"/>
        </p:nvPicPr>
        <p:blipFill>
          <a:blip r:embed="rId3" cstate="print"/>
          <a:srcRect/>
          <a:stretch>
            <a:fillRect/>
          </a:stretch>
        </p:blipFill>
        <p:spPr bwMode="auto">
          <a:xfrm>
            <a:off x="11422548" y="6596527"/>
            <a:ext cx="277858" cy="187593"/>
          </a:xfrm>
          <a:prstGeom prst="rect">
            <a:avLst/>
          </a:prstGeom>
          <a:noFill/>
          <a:ln w="9525">
            <a:solidFill>
              <a:schemeClr val="bg1">
                <a:lumMod val="75000"/>
              </a:schemeClr>
            </a:solidFill>
            <a:miter lim="800000"/>
            <a:headEnd/>
            <a:tailEnd/>
          </a:ln>
        </p:spPr>
      </p:pic>
      <p:pic>
        <p:nvPicPr>
          <p:cNvPr id="22" name="Picture 17"/>
          <p:cNvPicPr>
            <a:picLocks noChangeAspect="1" noChangeArrowheads="1"/>
          </p:cNvPicPr>
          <p:nvPr userDrawn="1"/>
        </p:nvPicPr>
        <p:blipFill>
          <a:blip r:embed="rId4" cstate="print"/>
          <a:srcRect/>
          <a:stretch>
            <a:fillRect/>
          </a:stretch>
        </p:blipFill>
        <p:spPr bwMode="auto">
          <a:xfrm>
            <a:off x="9347898" y="6597192"/>
            <a:ext cx="296573" cy="213998"/>
          </a:xfrm>
          <a:prstGeom prst="rect">
            <a:avLst/>
          </a:prstGeom>
          <a:noFill/>
          <a:ln w="9525">
            <a:noFill/>
            <a:miter lim="800000"/>
            <a:headEnd/>
            <a:tailEnd/>
          </a:ln>
        </p:spPr>
      </p:pic>
      <p:pic>
        <p:nvPicPr>
          <p:cNvPr id="23" name="Picture 47"/>
          <p:cNvPicPr>
            <a:picLocks noChangeAspect="1" noChangeArrowheads="1"/>
          </p:cNvPicPr>
          <p:nvPr userDrawn="1"/>
        </p:nvPicPr>
        <p:blipFill>
          <a:blip r:embed="rId5" cstate="print"/>
          <a:srcRect/>
          <a:stretch>
            <a:fillRect/>
          </a:stretch>
        </p:blipFill>
        <p:spPr bwMode="auto">
          <a:xfrm>
            <a:off x="11834065" y="6597192"/>
            <a:ext cx="271924" cy="185772"/>
          </a:xfrm>
          <a:prstGeom prst="rect">
            <a:avLst/>
          </a:prstGeom>
          <a:noFill/>
          <a:ln w="9525">
            <a:noFill/>
            <a:miter lim="800000"/>
            <a:headEnd/>
            <a:tailEnd/>
          </a:ln>
        </p:spPr>
      </p:pic>
      <p:pic>
        <p:nvPicPr>
          <p:cNvPr id="24" name="Picture 53" descr="JAP.tif                                                        0001EF3EPowerMac HD                    B46B4EE0:"/>
          <p:cNvPicPr>
            <a:picLocks noChangeAspect="1" noChangeArrowheads="1"/>
          </p:cNvPicPr>
          <p:nvPr userDrawn="1"/>
        </p:nvPicPr>
        <p:blipFill>
          <a:blip r:embed="rId6" cstate="print"/>
          <a:srcRect/>
          <a:stretch>
            <a:fillRect/>
          </a:stretch>
        </p:blipFill>
        <p:spPr bwMode="auto">
          <a:xfrm>
            <a:off x="10609141" y="6596527"/>
            <a:ext cx="275619" cy="198113"/>
          </a:xfrm>
          <a:prstGeom prst="rect">
            <a:avLst/>
          </a:prstGeom>
          <a:gradFill rotWithShape="0">
            <a:gsLst>
              <a:gs pos="0">
                <a:srgbClr val="A4E6FA"/>
              </a:gs>
              <a:gs pos="100000">
                <a:srgbClr val="74A4C4"/>
              </a:gs>
            </a:gsLst>
            <a:path path="rect">
              <a:fillToRect l="100000" b="100000"/>
            </a:path>
          </a:gradFill>
          <a:ln w="9525">
            <a:solidFill>
              <a:schemeClr val="bg1">
                <a:lumMod val="75000"/>
              </a:schemeClr>
            </a:solidFill>
            <a:miter lim="800000"/>
            <a:headEnd/>
            <a:tailEnd/>
          </a:ln>
        </p:spPr>
      </p:pic>
      <p:pic>
        <p:nvPicPr>
          <p:cNvPr id="25" name="Object 55"/>
          <p:cNvPicPr>
            <a:picLocks noChangeAspect="1" noChangeArrowheads="1"/>
          </p:cNvPicPr>
          <p:nvPr userDrawn="1"/>
        </p:nvPicPr>
        <p:blipFill>
          <a:blip r:embed="rId7" cstate="print"/>
          <a:srcRect/>
          <a:stretch>
            <a:fillRect/>
          </a:stretch>
        </p:blipFill>
        <p:spPr bwMode="auto">
          <a:xfrm>
            <a:off x="11018071" y="6596969"/>
            <a:ext cx="293473" cy="203414"/>
          </a:xfrm>
          <a:prstGeom prst="rect">
            <a:avLst/>
          </a:prstGeom>
          <a:noFill/>
          <a:ln w="3175">
            <a:solidFill>
              <a:srgbClr val="969696"/>
            </a:solidFill>
            <a:miter lim="800000"/>
            <a:headEnd/>
            <a:tailEnd/>
          </a:ln>
        </p:spPr>
      </p:pic>
      <p:pic>
        <p:nvPicPr>
          <p:cNvPr id="26" name="Рисунок 25" descr="india_flag.gif"/>
          <p:cNvPicPr>
            <a:picLocks noChangeAspect="1"/>
          </p:cNvPicPr>
          <p:nvPr userDrawn="1"/>
        </p:nvPicPr>
        <p:blipFill>
          <a:blip r:embed="rId8" cstate="print"/>
          <a:srcRect/>
          <a:stretch>
            <a:fillRect/>
          </a:stretch>
        </p:blipFill>
        <p:spPr bwMode="auto">
          <a:xfrm>
            <a:off x="10200456" y="6597192"/>
            <a:ext cx="275891" cy="191111"/>
          </a:xfrm>
          <a:prstGeom prst="rect">
            <a:avLst/>
          </a:prstGeom>
          <a:noFill/>
          <a:ln w="9525">
            <a:noFill/>
            <a:miter lim="800000"/>
            <a:headEnd/>
            <a:tailEnd/>
          </a:ln>
        </p:spPr>
      </p:pic>
      <p:sp>
        <p:nvSpPr>
          <p:cNvPr id="27" name="TextBox 26"/>
          <p:cNvSpPr txBox="1"/>
          <p:nvPr userDrawn="1"/>
        </p:nvSpPr>
        <p:spPr>
          <a:xfrm>
            <a:off x="26097" y="6453336"/>
            <a:ext cx="5904180" cy="400110"/>
          </a:xfrm>
          <a:prstGeom prst="rect">
            <a:avLst/>
          </a:prstGeom>
          <a:noFill/>
        </p:spPr>
        <p:txBody>
          <a:bodyPr wrap="none" rtlCol="0">
            <a:spAutoFit/>
          </a:bodyPr>
          <a:lstStyle/>
          <a:p>
            <a:r>
              <a:rPr lang="en-US" sz="2000" b="1" dirty="0"/>
              <a:t>I</a:t>
            </a:r>
            <a:r>
              <a:rPr lang="en-US" dirty="0"/>
              <a:t>NTERNATIONAL</a:t>
            </a:r>
            <a:r>
              <a:rPr lang="en-US" baseline="0" dirty="0"/>
              <a:t> </a:t>
            </a:r>
            <a:r>
              <a:rPr lang="en-US" sz="2000" b="1" baseline="0" dirty="0"/>
              <a:t>T</a:t>
            </a:r>
            <a:r>
              <a:rPr lang="en-US" baseline="0" dirty="0"/>
              <a:t>HERMONUCLEAR </a:t>
            </a:r>
            <a:r>
              <a:rPr lang="en-US" sz="2000" b="1" baseline="0" dirty="0"/>
              <a:t>E</a:t>
            </a:r>
            <a:r>
              <a:rPr lang="en-US" baseline="0" dirty="0"/>
              <a:t>XPERIMENTAL </a:t>
            </a:r>
            <a:r>
              <a:rPr lang="en-US" sz="2000" b="1" baseline="0" dirty="0"/>
              <a:t>R</a:t>
            </a:r>
            <a:r>
              <a:rPr lang="en-US" baseline="0" dirty="0"/>
              <a:t>EACTOR</a:t>
            </a:r>
            <a:endParaRPr lang="ru-RU" dirty="0"/>
          </a:p>
        </p:txBody>
      </p:sp>
      <p:sp>
        <p:nvSpPr>
          <p:cNvPr id="2" name="Заголовок 1"/>
          <p:cNvSpPr>
            <a:spLocks noGrp="1"/>
          </p:cNvSpPr>
          <p:nvPr>
            <p:ph type="title"/>
          </p:nvPr>
        </p:nvSpPr>
        <p:spPr>
          <a:xfrm>
            <a:off x="831476" y="1"/>
            <a:ext cx="10515600" cy="620688"/>
          </a:xfrm>
          <a:prstGeom prst="rect">
            <a:avLst/>
          </a:prstGeom>
        </p:spPr>
        <p:txBody>
          <a:bodyPr/>
          <a:lstStyle>
            <a:lvl1pPr>
              <a:defRPr sz="3200">
                <a:latin typeface="+mj-lt"/>
              </a:defRPr>
            </a:lvl1pPr>
          </a:lstStyle>
          <a:p>
            <a:r>
              <a:rPr lang="ru-RU" dirty="0"/>
              <a:t>Образец заголовка</a:t>
            </a:r>
          </a:p>
        </p:txBody>
      </p:sp>
      <p:pic>
        <p:nvPicPr>
          <p:cNvPr id="29" name="Picture 2" descr="D:\ITER\Командировки и выступления\ШАБЛОН ДОКУМЕНТОВ\Презентации\Logo_end_300 dpi.jpg"/>
          <p:cNvPicPr>
            <a:picLocks noChangeAspect="1" noChangeArrowheads="1"/>
          </p:cNvPicPr>
          <p:nvPr userDrawn="1"/>
        </p:nvPicPr>
        <p:blipFill>
          <a:blip r:embed="rId9" cstate="print">
            <a:extLst>
              <a:ext uri="{28A0092B-C50C-407E-A947-70E740481C1C}">
                <a14:useLocalDpi xmlns:a14="http://schemas.microsoft.com/office/drawing/2010/main" val="0"/>
              </a:ext>
            </a:extLst>
          </a:blip>
          <a:srcRect/>
          <a:stretch>
            <a:fillRect/>
          </a:stretch>
        </p:blipFill>
        <p:spPr bwMode="auto">
          <a:xfrm>
            <a:off x="47328" y="43109"/>
            <a:ext cx="660173" cy="545114"/>
          </a:xfrm>
          <a:prstGeom prst="rect">
            <a:avLst/>
          </a:prstGeom>
          <a:noFill/>
          <a:extLst>
            <a:ext uri="{909E8E84-426E-40DD-AFC4-6F175D3DCCD1}">
              <a14:hiddenFill xmlns:a14="http://schemas.microsoft.com/office/drawing/2010/main">
                <a:solidFill>
                  <a:srgbClr val="FFFFFF"/>
                </a:solidFill>
              </a14:hiddenFill>
            </a:ext>
          </a:extLst>
        </p:spPr>
      </p:pic>
      <p:pic>
        <p:nvPicPr>
          <p:cNvPr id="30" name="Рисунок 29"/>
          <p:cNvPicPr>
            <a:picLocks noChangeAspect="1"/>
          </p:cNvPicPr>
          <p:nvPr userDrawn="1"/>
        </p:nvPicPr>
        <p:blipFill rotWithShape="1">
          <a:blip r:embed="rId10" cstate="print">
            <a:extLst>
              <a:ext uri="{28A0092B-C50C-407E-A947-70E740481C1C}">
                <a14:useLocalDpi xmlns:a14="http://schemas.microsoft.com/office/drawing/2010/main" val="0"/>
              </a:ext>
            </a:extLst>
          </a:blip>
          <a:srcRect l="34612" t="25457" r="33335" b="22130"/>
          <a:stretch/>
        </p:blipFill>
        <p:spPr>
          <a:xfrm>
            <a:off x="11496600" y="9879"/>
            <a:ext cx="511459" cy="593292"/>
          </a:xfrm>
          <a:prstGeom prst="rect">
            <a:avLst/>
          </a:prstGeom>
        </p:spPr>
      </p:pic>
      <p:sp>
        <p:nvSpPr>
          <p:cNvPr id="4" name="Текст 3"/>
          <p:cNvSpPr>
            <a:spLocks noGrp="1"/>
          </p:cNvSpPr>
          <p:nvPr>
            <p:ph type="body" sz="quarter" idx="13"/>
          </p:nvPr>
        </p:nvSpPr>
        <p:spPr>
          <a:xfrm>
            <a:off x="263525" y="765175"/>
            <a:ext cx="11520488" cy="5400675"/>
          </a:xfrm>
          <a:prstGeom prst="rect">
            <a:avLst/>
          </a:prstGeom>
        </p:spPr>
        <p:txBody>
          <a:bodyPr/>
          <a:lstStyle>
            <a:lvl1pPr>
              <a:defRPr sz="1800"/>
            </a:lvl1pPr>
            <a:lvl2pPr>
              <a:defRPr sz="1800"/>
            </a:lvl2pPr>
          </a:lstStyle>
          <a:p>
            <a:pPr lvl="0"/>
            <a:r>
              <a:rPr lang="ru-RU" dirty="0"/>
              <a:t>Образец текста</a:t>
            </a:r>
          </a:p>
          <a:p>
            <a:pPr lvl="1"/>
            <a:r>
              <a:rPr lang="ru-RU" dirty="0"/>
              <a:t>Второй уровень</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Заголовок и объект">
    <p:spTree>
      <p:nvGrpSpPr>
        <p:cNvPr id="1" name=""/>
        <p:cNvGrpSpPr/>
        <p:nvPr/>
      </p:nvGrpSpPr>
      <p:grpSpPr>
        <a:xfrm>
          <a:off x="0" y="0"/>
          <a:ext cx="0" cy="0"/>
          <a:chOff x="0" y="0"/>
          <a:chExt cx="0" cy="0"/>
        </a:xfrm>
      </p:grpSpPr>
      <p:cxnSp>
        <p:nvCxnSpPr>
          <p:cNvPr id="19" name="Прямая соединительная линия 18"/>
          <p:cNvCxnSpPr/>
          <p:nvPr userDrawn="1"/>
        </p:nvCxnSpPr>
        <p:spPr>
          <a:xfrm>
            <a:off x="-6724" y="6453336"/>
            <a:ext cx="12192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20" name="Picture 13" descr="Flags:EU.tif"/>
          <p:cNvPicPr preferRelativeResize="0">
            <a:picLocks noChangeAspect="1" noChangeArrowheads="1"/>
          </p:cNvPicPr>
          <p:nvPr userDrawn="1"/>
        </p:nvPicPr>
        <p:blipFill>
          <a:blip r:embed="rId2" cstate="print"/>
          <a:srcRect/>
          <a:stretch>
            <a:fillRect/>
          </a:stretch>
        </p:blipFill>
        <p:spPr bwMode="auto">
          <a:xfrm>
            <a:off x="9777154" y="6597192"/>
            <a:ext cx="290618" cy="201789"/>
          </a:xfrm>
          <a:prstGeom prst="rect">
            <a:avLst/>
          </a:prstGeom>
          <a:noFill/>
          <a:ln w="9525">
            <a:noFill/>
            <a:miter lim="800000"/>
            <a:headEnd/>
            <a:tailEnd/>
          </a:ln>
        </p:spPr>
      </p:pic>
      <p:pic>
        <p:nvPicPr>
          <p:cNvPr id="21" name="Picture 14" descr="Flags:RUS.tif"/>
          <p:cNvPicPr>
            <a:picLocks noChangeAspect="1" noChangeArrowheads="1"/>
          </p:cNvPicPr>
          <p:nvPr userDrawn="1"/>
        </p:nvPicPr>
        <p:blipFill>
          <a:blip r:embed="rId3" cstate="print"/>
          <a:srcRect/>
          <a:stretch>
            <a:fillRect/>
          </a:stretch>
        </p:blipFill>
        <p:spPr bwMode="auto">
          <a:xfrm>
            <a:off x="11422548" y="6596527"/>
            <a:ext cx="277858" cy="187593"/>
          </a:xfrm>
          <a:prstGeom prst="rect">
            <a:avLst/>
          </a:prstGeom>
          <a:noFill/>
          <a:ln w="9525">
            <a:solidFill>
              <a:schemeClr val="bg1">
                <a:lumMod val="75000"/>
              </a:schemeClr>
            </a:solidFill>
            <a:miter lim="800000"/>
            <a:headEnd/>
            <a:tailEnd/>
          </a:ln>
        </p:spPr>
      </p:pic>
      <p:pic>
        <p:nvPicPr>
          <p:cNvPr id="22" name="Picture 17"/>
          <p:cNvPicPr>
            <a:picLocks noChangeAspect="1" noChangeArrowheads="1"/>
          </p:cNvPicPr>
          <p:nvPr userDrawn="1"/>
        </p:nvPicPr>
        <p:blipFill>
          <a:blip r:embed="rId4" cstate="print"/>
          <a:srcRect/>
          <a:stretch>
            <a:fillRect/>
          </a:stretch>
        </p:blipFill>
        <p:spPr bwMode="auto">
          <a:xfrm>
            <a:off x="9347898" y="6597192"/>
            <a:ext cx="296573" cy="213998"/>
          </a:xfrm>
          <a:prstGeom prst="rect">
            <a:avLst/>
          </a:prstGeom>
          <a:noFill/>
          <a:ln w="9525">
            <a:noFill/>
            <a:miter lim="800000"/>
            <a:headEnd/>
            <a:tailEnd/>
          </a:ln>
        </p:spPr>
      </p:pic>
      <p:pic>
        <p:nvPicPr>
          <p:cNvPr id="23" name="Picture 47"/>
          <p:cNvPicPr>
            <a:picLocks noChangeAspect="1" noChangeArrowheads="1"/>
          </p:cNvPicPr>
          <p:nvPr userDrawn="1"/>
        </p:nvPicPr>
        <p:blipFill>
          <a:blip r:embed="rId5" cstate="print"/>
          <a:srcRect/>
          <a:stretch>
            <a:fillRect/>
          </a:stretch>
        </p:blipFill>
        <p:spPr bwMode="auto">
          <a:xfrm>
            <a:off x="11834065" y="6597192"/>
            <a:ext cx="271924" cy="185772"/>
          </a:xfrm>
          <a:prstGeom prst="rect">
            <a:avLst/>
          </a:prstGeom>
          <a:noFill/>
          <a:ln w="9525">
            <a:noFill/>
            <a:miter lim="800000"/>
            <a:headEnd/>
            <a:tailEnd/>
          </a:ln>
        </p:spPr>
      </p:pic>
      <p:pic>
        <p:nvPicPr>
          <p:cNvPr id="24" name="Picture 53" descr="JAP.tif                                                        0001EF3EPowerMac HD                    B46B4EE0:"/>
          <p:cNvPicPr>
            <a:picLocks noChangeAspect="1" noChangeArrowheads="1"/>
          </p:cNvPicPr>
          <p:nvPr userDrawn="1"/>
        </p:nvPicPr>
        <p:blipFill>
          <a:blip r:embed="rId6" cstate="print"/>
          <a:srcRect/>
          <a:stretch>
            <a:fillRect/>
          </a:stretch>
        </p:blipFill>
        <p:spPr bwMode="auto">
          <a:xfrm>
            <a:off x="10609141" y="6596527"/>
            <a:ext cx="275619" cy="198113"/>
          </a:xfrm>
          <a:prstGeom prst="rect">
            <a:avLst/>
          </a:prstGeom>
          <a:gradFill rotWithShape="0">
            <a:gsLst>
              <a:gs pos="0">
                <a:srgbClr val="A4E6FA"/>
              </a:gs>
              <a:gs pos="100000">
                <a:srgbClr val="74A4C4"/>
              </a:gs>
            </a:gsLst>
            <a:path path="rect">
              <a:fillToRect l="100000" b="100000"/>
            </a:path>
          </a:gradFill>
          <a:ln w="9525">
            <a:solidFill>
              <a:schemeClr val="bg1">
                <a:lumMod val="75000"/>
              </a:schemeClr>
            </a:solidFill>
            <a:miter lim="800000"/>
            <a:headEnd/>
            <a:tailEnd/>
          </a:ln>
        </p:spPr>
      </p:pic>
      <p:pic>
        <p:nvPicPr>
          <p:cNvPr id="25" name="Object 55"/>
          <p:cNvPicPr>
            <a:picLocks noChangeAspect="1" noChangeArrowheads="1"/>
          </p:cNvPicPr>
          <p:nvPr userDrawn="1"/>
        </p:nvPicPr>
        <p:blipFill>
          <a:blip r:embed="rId7" cstate="print"/>
          <a:srcRect/>
          <a:stretch>
            <a:fillRect/>
          </a:stretch>
        </p:blipFill>
        <p:spPr bwMode="auto">
          <a:xfrm>
            <a:off x="11018071" y="6596969"/>
            <a:ext cx="293473" cy="203414"/>
          </a:xfrm>
          <a:prstGeom prst="rect">
            <a:avLst/>
          </a:prstGeom>
          <a:noFill/>
          <a:ln w="3175">
            <a:solidFill>
              <a:srgbClr val="969696"/>
            </a:solidFill>
            <a:miter lim="800000"/>
            <a:headEnd/>
            <a:tailEnd/>
          </a:ln>
        </p:spPr>
      </p:pic>
      <p:pic>
        <p:nvPicPr>
          <p:cNvPr id="26" name="Рисунок 25" descr="india_flag.gif"/>
          <p:cNvPicPr>
            <a:picLocks noChangeAspect="1"/>
          </p:cNvPicPr>
          <p:nvPr userDrawn="1"/>
        </p:nvPicPr>
        <p:blipFill>
          <a:blip r:embed="rId8" cstate="print"/>
          <a:srcRect/>
          <a:stretch>
            <a:fillRect/>
          </a:stretch>
        </p:blipFill>
        <p:spPr bwMode="auto">
          <a:xfrm>
            <a:off x="10200456" y="6597192"/>
            <a:ext cx="275891" cy="191111"/>
          </a:xfrm>
          <a:prstGeom prst="rect">
            <a:avLst/>
          </a:prstGeom>
          <a:noFill/>
          <a:ln w="9525">
            <a:noFill/>
            <a:miter lim="800000"/>
            <a:headEnd/>
            <a:tailEnd/>
          </a:ln>
        </p:spPr>
      </p:pic>
      <p:sp>
        <p:nvSpPr>
          <p:cNvPr id="27" name="TextBox 26"/>
          <p:cNvSpPr txBox="1"/>
          <p:nvPr userDrawn="1"/>
        </p:nvSpPr>
        <p:spPr>
          <a:xfrm>
            <a:off x="26097" y="6453336"/>
            <a:ext cx="5904180" cy="400110"/>
          </a:xfrm>
          <a:prstGeom prst="rect">
            <a:avLst/>
          </a:prstGeom>
          <a:noFill/>
        </p:spPr>
        <p:txBody>
          <a:bodyPr wrap="none" rtlCol="0">
            <a:spAutoFit/>
          </a:bodyPr>
          <a:lstStyle/>
          <a:p>
            <a:r>
              <a:rPr lang="en-US" sz="2000" b="1" dirty="0"/>
              <a:t>I</a:t>
            </a:r>
            <a:r>
              <a:rPr lang="en-US" dirty="0"/>
              <a:t>NTERNATIONAL</a:t>
            </a:r>
            <a:r>
              <a:rPr lang="en-US" baseline="0" dirty="0"/>
              <a:t> </a:t>
            </a:r>
            <a:r>
              <a:rPr lang="en-US" sz="2000" b="1" baseline="0" dirty="0"/>
              <a:t>T</a:t>
            </a:r>
            <a:r>
              <a:rPr lang="en-US" baseline="0" dirty="0"/>
              <a:t>HERMONUCLEAR </a:t>
            </a:r>
            <a:r>
              <a:rPr lang="en-US" sz="2000" b="1" baseline="0" dirty="0"/>
              <a:t>E</a:t>
            </a:r>
            <a:r>
              <a:rPr lang="en-US" baseline="0" dirty="0"/>
              <a:t>XPERIMENTAL </a:t>
            </a:r>
            <a:r>
              <a:rPr lang="en-US" sz="2000" b="1" baseline="0" dirty="0"/>
              <a:t>R</a:t>
            </a:r>
            <a:r>
              <a:rPr lang="en-US" baseline="0" dirty="0"/>
              <a:t>EACTOR</a:t>
            </a:r>
            <a:endParaRPr lang="ru-RU" dirty="0"/>
          </a:p>
        </p:txBody>
      </p:sp>
      <p:sp>
        <p:nvSpPr>
          <p:cNvPr id="17" name="Прямоугольник 16"/>
          <p:cNvSpPr/>
          <p:nvPr userDrawn="1"/>
        </p:nvSpPr>
        <p:spPr>
          <a:xfrm>
            <a:off x="2471436" y="2420888"/>
            <a:ext cx="7596336" cy="1323439"/>
          </a:xfrm>
          <a:prstGeom prst="rect">
            <a:avLst/>
          </a:prstGeom>
          <a:noFill/>
        </p:spPr>
        <p:txBody>
          <a:bodyPr wrap="square" lIns="91440" tIns="45720" rIns="91440" bIns="45720">
            <a:spAutoFit/>
          </a:bodyPr>
          <a:lstStyle/>
          <a:p>
            <a:pPr algn="ctr"/>
            <a:r>
              <a:rPr lang="en-US" sz="4000" b="1" dirty="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rPr>
              <a:t>Thank you</a:t>
            </a:r>
          </a:p>
          <a:p>
            <a:pPr algn="ctr"/>
            <a:r>
              <a:rPr lang="en-US" sz="4000" b="1" dirty="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rPr>
              <a:t>for</a:t>
            </a:r>
            <a:r>
              <a:rPr lang="en-US" sz="4000" b="1" baseline="0" dirty="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rPr>
              <a:t> your attention!</a:t>
            </a:r>
            <a:endParaRPr lang="ru-RU" sz="3600" b="1" dirty="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endParaRPr>
          </a:p>
        </p:txBody>
      </p:sp>
      <p:cxnSp>
        <p:nvCxnSpPr>
          <p:cNvPr id="31" name="Прямая соединительная линия 30"/>
          <p:cNvCxnSpPr/>
          <p:nvPr userDrawn="1"/>
        </p:nvCxnSpPr>
        <p:spPr>
          <a:xfrm>
            <a:off x="0" y="1340768"/>
            <a:ext cx="12192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32" name="Picture 2" descr="D:\ITER\Командировки и выступления\ШАБЛОН ДОКУМЕНТОВ\Презентации\Logo_end_300 dpi.jpg"/>
          <p:cNvPicPr>
            <a:picLocks noChangeAspect="1" noChangeArrowheads="1"/>
          </p:cNvPicPr>
          <p:nvPr userDrawn="1"/>
        </p:nvPicPr>
        <p:blipFill>
          <a:blip r:embed="rId9" cstate="print">
            <a:extLst>
              <a:ext uri="{28A0092B-C50C-407E-A947-70E740481C1C}">
                <a14:useLocalDpi xmlns:a14="http://schemas.microsoft.com/office/drawing/2010/main" val="0"/>
              </a:ext>
            </a:extLst>
          </a:blip>
          <a:srcRect/>
          <a:stretch>
            <a:fillRect/>
          </a:stretch>
        </p:blipFill>
        <p:spPr bwMode="auto">
          <a:xfrm>
            <a:off x="157126" y="136540"/>
            <a:ext cx="1362147" cy="1124744"/>
          </a:xfrm>
          <a:prstGeom prst="rect">
            <a:avLst/>
          </a:prstGeom>
          <a:noFill/>
          <a:extLst>
            <a:ext uri="{909E8E84-426E-40DD-AFC4-6F175D3DCCD1}">
              <a14:hiddenFill xmlns:a14="http://schemas.microsoft.com/office/drawing/2010/main">
                <a:solidFill>
                  <a:srgbClr val="FFFFFF"/>
                </a:solidFill>
              </a14:hiddenFill>
            </a:ext>
          </a:extLst>
        </p:spPr>
      </p:pic>
      <p:sp>
        <p:nvSpPr>
          <p:cNvPr id="33" name="Прямоугольник 32"/>
          <p:cNvSpPr/>
          <p:nvPr userDrawn="1"/>
        </p:nvSpPr>
        <p:spPr>
          <a:xfrm>
            <a:off x="2388096" y="44624"/>
            <a:ext cx="7596336" cy="1261884"/>
          </a:xfrm>
          <a:prstGeom prst="rect">
            <a:avLst/>
          </a:prstGeom>
          <a:noFill/>
        </p:spPr>
        <p:txBody>
          <a:bodyPr wrap="square" lIns="91440" tIns="45720" rIns="91440" bIns="45720">
            <a:spAutoFit/>
          </a:bodyPr>
          <a:lstStyle/>
          <a:p>
            <a:pPr algn="ctr"/>
            <a:r>
              <a:rPr lang="ru-RU" sz="4000" b="1" dirty="0" err="1">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rPr>
              <a:t>Institution</a:t>
            </a:r>
            <a:r>
              <a:rPr lang="ru-RU" sz="4000" b="1" dirty="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rPr>
              <a:t> «</a:t>
            </a:r>
            <a:r>
              <a:rPr lang="ru-RU" sz="4000" b="1" dirty="0" err="1">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rPr>
              <a:t>Project</a:t>
            </a:r>
            <a:r>
              <a:rPr lang="ru-RU" sz="4000" b="1" dirty="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rPr>
              <a:t> </a:t>
            </a:r>
            <a:r>
              <a:rPr lang="ru-RU" sz="4000" b="1" dirty="0" err="1">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rPr>
              <a:t>Center</a:t>
            </a:r>
            <a:r>
              <a:rPr lang="ru-RU" sz="4000" b="1" dirty="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rPr>
              <a:t> ITER»</a:t>
            </a:r>
          </a:p>
          <a:p>
            <a:pPr algn="ctr"/>
            <a:r>
              <a:rPr lang="ru-RU" sz="3600" b="1" dirty="0" err="1">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rPr>
              <a:t>Russian</a:t>
            </a:r>
            <a:r>
              <a:rPr lang="ru-RU" sz="3600" b="1" dirty="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rPr>
              <a:t> </a:t>
            </a:r>
            <a:r>
              <a:rPr lang="ru-RU" sz="3600" b="1" dirty="0" err="1">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rPr>
              <a:t>Federation</a:t>
            </a:r>
            <a:r>
              <a:rPr lang="ru-RU" sz="3600" b="1" dirty="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rPr>
              <a:t> </a:t>
            </a:r>
            <a:r>
              <a:rPr lang="ru-RU" sz="3600" b="1" dirty="0" err="1">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rPr>
              <a:t>Domestic</a:t>
            </a:r>
            <a:r>
              <a:rPr lang="ru-RU" sz="3600" b="1" dirty="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rPr>
              <a:t> </a:t>
            </a:r>
            <a:r>
              <a:rPr lang="ru-RU" sz="3600" b="1" dirty="0" err="1">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rPr>
              <a:t>Agency</a:t>
            </a:r>
            <a:endParaRPr lang="ru-RU" sz="3600" b="1" dirty="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endParaRPr>
          </a:p>
        </p:txBody>
      </p:sp>
      <p:pic>
        <p:nvPicPr>
          <p:cNvPr id="34" name="Рисунок 33"/>
          <p:cNvPicPr>
            <a:picLocks noChangeAspect="1"/>
          </p:cNvPicPr>
          <p:nvPr userDrawn="1"/>
        </p:nvPicPr>
        <p:blipFill rotWithShape="1">
          <a:blip r:embed="rId10" cstate="print">
            <a:extLst>
              <a:ext uri="{28A0092B-C50C-407E-A947-70E740481C1C}">
                <a14:useLocalDpi xmlns:a14="http://schemas.microsoft.com/office/drawing/2010/main" val="0"/>
              </a:ext>
            </a:extLst>
          </a:blip>
          <a:srcRect l="34612" t="25457" r="33335" b="22130"/>
          <a:stretch/>
        </p:blipFill>
        <p:spPr>
          <a:xfrm>
            <a:off x="10920536" y="50106"/>
            <a:ext cx="1078379" cy="1250920"/>
          </a:xfrm>
          <a:prstGeom prst="rect">
            <a:avLst/>
          </a:prstGeom>
        </p:spPr>
      </p:pic>
    </p:spTree>
    <p:extLst>
      <p:ext uri="{BB962C8B-B14F-4D97-AF65-F5344CB8AC3E}">
        <p14:creationId xmlns:p14="http://schemas.microsoft.com/office/powerpoint/2010/main" val="24070416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제목 및 내용">
    <p:spTree>
      <p:nvGrpSpPr>
        <p:cNvPr id="1" name=""/>
        <p:cNvGrpSpPr/>
        <p:nvPr/>
      </p:nvGrpSpPr>
      <p:grpSpPr>
        <a:xfrm>
          <a:off x="0" y="0"/>
          <a:ext cx="0" cy="0"/>
          <a:chOff x="0" y="0"/>
          <a:chExt cx="0" cy="0"/>
        </a:xfrm>
      </p:grpSpPr>
      <p:sp>
        <p:nvSpPr>
          <p:cNvPr id="3" name="내용 개체 틀 2"/>
          <p:cNvSpPr>
            <a:spLocks noGrp="1"/>
          </p:cNvSpPr>
          <p:nvPr>
            <p:ph idx="1"/>
          </p:nvPr>
        </p:nvSpPr>
        <p:spPr/>
        <p:txBody>
          <a:body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4" name="Title 3"/>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64065459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13.emf"/></Relationships>
</file>

<file path=ppt/slides/_rels/slide3.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b="1" dirty="0"/>
              <a:t>I&amp;C Functional Breakdown Structure</a:t>
            </a:r>
            <a:br>
              <a:rPr lang="en-US" b="1" dirty="0"/>
            </a:br>
            <a:r>
              <a:rPr lang="en-US" sz="3200" dirty="0"/>
              <a:t>55.EC CXRS Edge Preliminary Design Review</a:t>
            </a:r>
            <a:endParaRPr lang="ru-RU" sz="3200" dirty="0"/>
          </a:p>
        </p:txBody>
      </p:sp>
      <p:sp>
        <p:nvSpPr>
          <p:cNvPr id="3" name="Текст 2"/>
          <p:cNvSpPr>
            <a:spLocks noGrp="1"/>
          </p:cNvSpPr>
          <p:nvPr>
            <p:ph type="body" sz="quarter" idx="10"/>
          </p:nvPr>
        </p:nvSpPr>
        <p:spPr/>
        <p:txBody>
          <a:bodyPr/>
          <a:lstStyle/>
          <a:p>
            <a:r>
              <a:rPr lang="en-US" dirty="0"/>
              <a:t>Ekaterina </a:t>
            </a:r>
            <a:r>
              <a:rPr lang="en-US" dirty="0" err="1"/>
              <a:t>Mironova</a:t>
            </a:r>
            <a:endParaRPr lang="ru-RU" dirty="0"/>
          </a:p>
        </p:txBody>
      </p:sp>
    </p:spTree>
    <p:extLst>
      <p:ext uri="{BB962C8B-B14F-4D97-AF65-F5344CB8AC3E}">
        <p14:creationId xmlns:p14="http://schemas.microsoft.com/office/powerpoint/2010/main" val="37992943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spect="1" noChangeArrowheads="1"/>
          </p:cNvSpPr>
          <p:nvPr>
            <p:ph type="title"/>
          </p:nvPr>
        </p:nvSpPr>
        <p:spPr>
          <a:xfrm>
            <a:off x="1524000" y="115888"/>
            <a:ext cx="9144000" cy="476250"/>
          </a:xfrm>
          <a:ln>
            <a:miter lim="800000"/>
            <a:headEnd/>
            <a:tailEnd/>
          </a:ln>
        </p:spPr>
        <p:txBody>
          <a:bodyPr/>
          <a:lstStyle/>
          <a:p>
            <a:pPr eaLnBrk="1" hangingPunct="1">
              <a:defRPr/>
            </a:pPr>
            <a:r>
              <a:rPr lang="en-US" sz="3600" kern="1200" dirty="0">
                <a:solidFill>
                  <a:schemeClr val="tx1"/>
                </a:solidFill>
                <a:ea typeface="+mn-ea"/>
                <a:cs typeface="Arial" charset="0"/>
              </a:rPr>
              <a:t>Functional Analysis (L1 + L2)</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1544" y="692696"/>
            <a:ext cx="2448272" cy="2414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2" name="Table 1"/>
          <p:cNvGraphicFramePr>
            <a:graphicFrameLocks noGrp="1"/>
          </p:cNvGraphicFramePr>
          <p:nvPr>
            <p:extLst/>
          </p:nvPr>
        </p:nvGraphicFramePr>
        <p:xfrm>
          <a:off x="1703512" y="3140969"/>
          <a:ext cx="4349166" cy="3236632"/>
        </p:xfrm>
        <a:graphic>
          <a:graphicData uri="http://schemas.openxmlformats.org/drawingml/2006/table">
            <a:tbl>
              <a:tblPr>
                <a:tableStyleId>{5940675A-B579-460E-94D1-54222C63F5DA}</a:tableStyleId>
              </a:tblPr>
              <a:tblGrid>
                <a:gridCol w="432048">
                  <a:extLst>
                    <a:ext uri="{9D8B030D-6E8A-4147-A177-3AD203B41FA5}">
                      <a16:colId xmlns:a16="http://schemas.microsoft.com/office/drawing/2014/main" val="20000"/>
                    </a:ext>
                  </a:extLst>
                </a:gridCol>
                <a:gridCol w="216024">
                  <a:extLst>
                    <a:ext uri="{9D8B030D-6E8A-4147-A177-3AD203B41FA5}">
                      <a16:colId xmlns:a16="http://schemas.microsoft.com/office/drawing/2014/main" val="20001"/>
                    </a:ext>
                  </a:extLst>
                </a:gridCol>
                <a:gridCol w="360040">
                  <a:extLst>
                    <a:ext uri="{9D8B030D-6E8A-4147-A177-3AD203B41FA5}">
                      <a16:colId xmlns:a16="http://schemas.microsoft.com/office/drawing/2014/main" val="20002"/>
                    </a:ext>
                  </a:extLst>
                </a:gridCol>
                <a:gridCol w="3341054">
                  <a:extLst>
                    <a:ext uri="{9D8B030D-6E8A-4147-A177-3AD203B41FA5}">
                      <a16:colId xmlns:a16="http://schemas.microsoft.com/office/drawing/2014/main" val="20003"/>
                    </a:ext>
                  </a:extLst>
                </a:gridCol>
              </a:tblGrid>
              <a:tr h="241585">
                <a:tc>
                  <a:txBody>
                    <a:bodyPr/>
                    <a:lstStyle/>
                    <a:p>
                      <a:pPr>
                        <a:lnSpc>
                          <a:spcPct val="115000"/>
                        </a:lnSpc>
                        <a:spcAft>
                          <a:spcPts val="1000"/>
                        </a:spcAft>
                      </a:pPr>
                      <a:r>
                        <a:rPr lang="en-GB" sz="700" b="1" dirty="0">
                          <a:effectLst/>
                          <a:latin typeface="Calibri" panose="020F0502020204030204" pitchFamily="34" charset="0"/>
                        </a:rPr>
                        <a:t>Function Name</a:t>
                      </a:r>
                      <a:endParaRPr lang="en-GB" sz="700" b="1" dirty="0">
                        <a:effectLst/>
                        <a:latin typeface="Calibri" panose="020F0502020204030204" pitchFamily="34" charset="0"/>
                        <a:ea typeface="Calibri"/>
                        <a:cs typeface="Times New Roman"/>
                      </a:endParaRPr>
                    </a:p>
                  </a:txBody>
                  <a:tcPr marL="23771" marR="23771" marT="0" marB="0">
                    <a:solidFill>
                      <a:schemeClr val="bg2"/>
                    </a:solidFill>
                  </a:tcPr>
                </a:tc>
                <a:tc>
                  <a:txBody>
                    <a:bodyPr/>
                    <a:lstStyle/>
                    <a:p>
                      <a:pPr>
                        <a:lnSpc>
                          <a:spcPct val="115000"/>
                        </a:lnSpc>
                        <a:spcAft>
                          <a:spcPts val="1000"/>
                        </a:spcAft>
                      </a:pPr>
                      <a:r>
                        <a:rPr lang="en-GB" sz="700" b="1" dirty="0">
                          <a:effectLst/>
                          <a:latin typeface="Calibri" panose="020F0502020204030204" pitchFamily="34" charset="0"/>
                        </a:rPr>
                        <a:t>FBS ID</a:t>
                      </a:r>
                      <a:endParaRPr lang="en-GB" sz="700" b="1" dirty="0">
                        <a:effectLst/>
                        <a:latin typeface="Calibri" panose="020F0502020204030204" pitchFamily="34" charset="0"/>
                        <a:ea typeface="Calibri"/>
                        <a:cs typeface="Times New Roman"/>
                      </a:endParaRPr>
                    </a:p>
                  </a:txBody>
                  <a:tcPr marL="23771" marR="23771" marT="0" marB="0">
                    <a:solidFill>
                      <a:schemeClr val="bg2"/>
                    </a:solidFill>
                  </a:tcPr>
                </a:tc>
                <a:tc>
                  <a:txBody>
                    <a:bodyPr/>
                    <a:lstStyle/>
                    <a:p>
                      <a:pPr>
                        <a:lnSpc>
                          <a:spcPct val="115000"/>
                        </a:lnSpc>
                        <a:spcAft>
                          <a:spcPts val="1000"/>
                        </a:spcAft>
                      </a:pPr>
                      <a:r>
                        <a:rPr lang="en-GB" sz="700" b="1" dirty="0">
                          <a:effectLst/>
                          <a:latin typeface="Calibri" panose="020F0502020204030204" pitchFamily="34" charset="0"/>
                        </a:rPr>
                        <a:t>Function Code</a:t>
                      </a:r>
                      <a:endParaRPr lang="en-GB" sz="700" b="1" dirty="0">
                        <a:effectLst/>
                        <a:latin typeface="Calibri" panose="020F0502020204030204" pitchFamily="34" charset="0"/>
                        <a:ea typeface="Calibri"/>
                        <a:cs typeface="Times New Roman"/>
                      </a:endParaRPr>
                    </a:p>
                  </a:txBody>
                  <a:tcPr marL="23771" marR="23771" marT="0" marB="0">
                    <a:solidFill>
                      <a:schemeClr val="bg2"/>
                    </a:solidFill>
                  </a:tcPr>
                </a:tc>
                <a:tc>
                  <a:txBody>
                    <a:bodyPr/>
                    <a:lstStyle/>
                    <a:p>
                      <a:pPr>
                        <a:lnSpc>
                          <a:spcPct val="115000"/>
                        </a:lnSpc>
                        <a:spcAft>
                          <a:spcPts val="1000"/>
                        </a:spcAft>
                      </a:pPr>
                      <a:r>
                        <a:rPr lang="en-GB" sz="700" b="1" dirty="0">
                          <a:effectLst/>
                          <a:latin typeface="Calibri" panose="020F0502020204030204" pitchFamily="34" charset="0"/>
                        </a:rPr>
                        <a:t>Description</a:t>
                      </a:r>
                      <a:endParaRPr lang="en-GB" sz="700" b="1" dirty="0">
                        <a:effectLst/>
                        <a:latin typeface="Calibri" panose="020F0502020204030204" pitchFamily="34" charset="0"/>
                        <a:ea typeface="Calibri"/>
                        <a:cs typeface="Times New Roman"/>
                      </a:endParaRPr>
                    </a:p>
                  </a:txBody>
                  <a:tcPr marL="23771" marR="23771" marT="0" marB="0">
                    <a:solidFill>
                      <a:schemeClr val="bg2"/>
                    </a:solidFill>
                  </a:tcPr>
                </a:tc>
                <a:extLst>
                  <a:ext uri="{0D108BD9-81ED-4DB2-BD59-A6C34878D82A}">
                    <a16:rowId xmlns:a16="http://schemas.microsoft.com/office/drawing/2014/main" val="10000"/>
                  </a:ext>
                </a:extLst>
              </a:tr>
              <a:tr h="286653">
                <a:tc>
                  <a:txBody>
                    <a:bodyPr/>
                    <a:lstStyle/>
                    <a:p>
                      <a:pPr>
                        <a:lnSpc>
                          <a:spcPct val="115000"/>
                        </a:lnSpc>
                        <a:spcAft>
                          <a:spcPts val="1000"/>
                        </a:spcAft>
                      </a:pPr>
                      <a:r>
                        <a:rPr lang="en-GB" sz="700" dirty="0">
                          <a:effectLst/>
                          <a:latin typeface="Calibri" panose="020F0502020204030204" pitchFamily="34" charset="0"/>
                        </a:rPr>
                        <a:t> Global </a:t>
                      </a:r>
                      <a:endParaRPr lang="en-GB" sz="700" dirty="0">
                        <a:effectLst/>
                        <a:latin typeface="Calibri" panose="020F0502020204030204" pitchFamily="34" charset="0"/>
                        <a:ea typeface="Calibri"/>
                        <a:cs typeface="Times New Roman"/>
                      </a:endParaRPr>
                    </a:p>
                  </a:txBody>
                  <a:tcPr marL="23771" marR="23771" marT="0" marB="0">
                    <a:solidFill>
                      <a:srgbClr val="CCECFF"/>
                    </a:solidFill>
                  </a:tcPr>
                </a:tc>
                <a:tc>
                  <a:txBody>
                    <a:bodyPr/>
                    <a:lstStyle/>
                    <a:p>
                      <a:pPr>
                        <a:lnSpc>
                          <a:spcPct val="115000"/>
                        </a:lnSpc>
                        <a:spcAft>
                          <a:spcPts val="1000"/>
                        </a:spcAft>
                      </a:pPr>
                      <a:r>
                        <a:rPr lang="en-GB" sz="700" dirty="0">
                          <a:effectLst/>
                          <a:latin typeface="Calibri" panose="020F0502020204030204" pitchFamily="34" charset="0"/>
                        </a:rPr>
                        <a:t>01</a:t>
                      </a:r>
                      <a:endParaRPr lang="en-GB" sz="700" dirty="0">
                        <a:effectLst/>
                        <a:latin typeface="Calibri" panose="020F0502020204030204" pitchFamily="34" charset="0"/>
                        <a:ea typeface="Calibri"/>
                        <a:cs typeface="Times New Roman"/>
                      </a:endParaRPr>
                    </a:p>
                  </a:txBody>
                  <a:tcPr marL="23771" marR="23771" marT="0" marB="0">
                    <a:solidFill>
                      <a:srgbClr val="CCECFF"/>
                    </a:solidFill>
                  </a:tcPr>
                </a:tc>
                <a:tc>
                  <a:txBody>
                    <a:bodyPr/>
                    <a:lstStyle/>
                    <a:p>
                      <a:pPr>
                        <a:lnSpc>
                          <a:spcPct val="115000"/>
                        </a:lnSpc>
                        <a:spcAft>
                          <a:spcPts val="1000"/>
                        </a:spcAft>
                      </a:pPr>
                      <a:r>
                        <a:rPr lang="en-GB" sz="700" dirty="0">
                          <a:effectLst/>
                          <a:latin typeface="Calibri" panose="020F0502020204030204" pitchFamily="34" charset="0"/>
                        </a:rPr>
                        <a:t>GI</a:t>
                      </a:r>
                      <a:endParaRPr lang="en-GB" sz="700" dirty="0">
                        <a:effectLst/>
                        <a:latin typeface="Calibri" panose="020F0502020204030204" pitchFamily="34" charset="0"/>
                        <a:ea typeface="Calibri"/>
                        <a:cs typeface="Times New Roman"/>
                      </a:endParaRPr>
                    </a:p>
                  </a:txBody>
                  <a:tcPr marL="23771" marR="23771" marT="0" marB="0">
                    <a:solidFill>
                      <a:srgbClr val="CCECFF"/>
                    </a:solidFill>
                  </a:tcPr>
                </a:tc>
                <a:tc>
                  <a:txBody>
                    <a:bodyPr/>
                    <a:lstStyle/>
                    <a:p>
                      <a:pPr>
                        <a:lnSpc>
                          <a:spcPct val="115000"/>
                        </a:lnSpc>
                        <a:spcAft>
                          <a:spcPts val="1000"/>
                        </a:spcAft>
                      </a:pPr>
                      <a:r>
                        <a:rPr lang="en-GB" sz="700" dirty="0">
                          <a:effectLst/>
                          <a:latin typeface="Calibri" panose="020F0502020204030204" pitchFamily="34" charset="0"/>
                        </a:rPr>
                        <a:t>Global Function - this function provide functional interface across the plant system. .I &amp; C data will be exchange with other plant system.  All data will be exchange through CODAC.</a:t>
                      </a:r>
                      <a:endParaRPr lang="en-GB" sz="700" dirty="0">
                        <a:effectLst/>
                        <a:latin typeface="Calibri" panose="020F0502020204030204" pitchFamily="34" charset="0"/>
                        <a:ea typeface="Calibri"/>
                        <a:cs typeface="Times New Roman"/>
                      </a:endParaRPr>
                    </a:p>
                  </a:txBody>
                  <a:tcPr marL="23771" marR="23771" marT="0" marB="0">
                    <a:solidFill>
                      <a:srgbClr val="CCECFF"/>
                    </a:solidFill>
                  </a:tcPr>
                </a:tc>
                <a:extLst>
                  <a:ext uri="{0D108BD9-81ED-4DB2-BD59-A6C34878D82A}">
                    <a16:rowId xmlns:a16="http://schemas.microsoft.com/office/drawing/2014/main" val="10001"/>
                  </a:ext>
                </a:extLst>
              </a:tr>
              <a:tr h="286653">
                <a:tc>
                  <a:txBody>
                    <a:bodyPr/>
                    <a:lstStyle/>
                    <a:p>
                      <a:pPr>
                        <a:lnSpc>
                          <a:spcPct val="115000"/>
                        </a:lnSpc>
                        <a:spcAft>
                          <a:spcPts val="1000"/>
                        </a:spcAft>
                      </a:pPr>
                      <a:r>
                        <a:rPr lang="en-GB" sz="700">
                          <a:effectLst/>
                          <a:latin typeface="Calibri" panose="020F0502020204030204" pitchFamily="34" charset="0"/>
                        </a:rPr>
                        <a:t> Signal Conditioning </a:t>
                      </a:r>
                      <a:endParaRPr lang="en-GB" sz="700">
                        <a:effectLst/>
                        <a:latin typeface="Calibri" panose="020F0502020204030204" pitchFamily="34" charset="0"/>
                        <a:ea typeface="Calibri"/>
                        <a:cs typeface="Times New Roman"/>
                      </a:endParaRPr>
                    </a:p>
                  </a:txBody>
                  <a:tcPr marL="23771" marR="23771" marT="0" marB="0">
                    <a:solidFill>
                      <a:srgbClr val="CCECFF"/>
                    </a:solidFill>
                  </a:tcPr>
                </a:tc>
                <a:tc>
                  <a:txBody>
                    <a:bodyPr/>
                    <a:lstStyle/>
                    <a:p>
                      <a:pPr>
                        <a:lnSpc>
                          <a:spcPct val="115000"/>
                        </a:lnSpc>
                        <a:spcAft>
                          <a:spcPts val="1000"/>
                        </a:spcAft>
                      </a:pPr>
                      <a:r>
                        <a:rPr lang="en-GB" sz="700" dirty="0">
                          <a:effectLst/>
                          <a:latin typeface="Calibri" panose="020F0502020204030204" pitchFamily="34" charset="0"/>
                        </a:rPr>
                        <a:t>02</a:t>
                      </a:r>
                      <a:endParaRPr lang="en-GB" sz="700" dirty="0">
                        <a:effectLst/>
                        <a:latin typeface="Calibri" panose="020F0502020204030204" pitchFamily="34" charset="0"/>
                        <a:ea typeface="Calibri"/>
                        <a:cs typeface="Times New Roman"/>
                      </a:endParaRPr>
                    </a:p>
                  </a:txBody>
                  <a:tcPr marL="23771" marR="23771" marT="0" marB="0">
                    <a:solidFill>
                      <a:srgbClr val="CCECFF"/>
                    </a:solidFill>
                  </a:tcPr>
                </a:tc>
                <a:tc>
                  <a:txBody>
                    <a:bodyPr/>
                    <a:lstStyle/>
                    <a:p>
                      <a:pPr>
                        <a:lnSpc>
                          <a:spcPct val="115000"/>
                        </a:lnSpc>
                        <a:spcAft>
                          <a:spcPts val="1000"/>
                        </a:spcAft>
                      </a:pPr>
                      <a:r>
                        <a:rPr lang="en-GB" sz="700" dirty="0">
                          <a:effectLst/>
                          <a:latin typeface="Calibri" panose="020F0502020204030204" pitchFamily="34" charset="0"/>
                        </a:rPr>
                        <a:t>SC</a:t>
                      </a:r>
                      <a:endParaRPr lang="en-GB" sz="700" dirty="0">
                        <a:effectLst/>
                        <a:latin typeface="Calibri" panose="020F0502020204030204" pitchFamily="34" charset="0"/>
                        <a:ea typeface="Calibri"/>
                        <a:cs typeface="Times New Roman"/>
                      </a:endParaRPr>
                    </a:p>
                  </a:txBody>
                  <a:tcPr marL="23771" marR="23771" marT="0" marB="0">
                    <a:solidFill>
                      <a:srgbClr val="CCECFF"/>
                    </a:solidFill>
                  </a:tcPr>
                </a:tc>
                <a:tc>
                  <a:txBody>
                    <a:bodyPr/>
                    <a:lstStyle/>
                    <a:p>
                      <a:pPr>
                        <a:lnSpc>
                          <a:spcPct val="115000"/>
                        </a:lnSpc>
                        <a:spcAft>
                          <a:spcPts val="1000"/>
                        </a:spcAft>
                      </a:pPr>
                      <a:r>
                        <a:rPr lang="en-GB" sz="700" dirty="0">
                          <a:effectLst/>
                          <a:latin typeface="Calibri" panose="020F0502020204030204" pitchFamily="34" charset="0"/>
                        </a:rPr>
                        <a:t>Signal Conditioning Function - This function will describe signal conditioning within plant I&amp;C.  those signal condition level 2 function have I&amp;C interface need to mention under Level 1 function.</a:t>
                      </a:r>
                      <a:endParaRPr lang="en-GB" sz="700" dirty="0">
                        <a:effectLst/>
                        <a:latin typeface="Calibri" panose="020F0502020204030204" pitchFamily="34" charset="0"/>
                        <a:ea typeface="Calibri"/>
                        <a:cs typeface="Times New Roman"/>
                      </a:endParaRPr>
                    </a:p>
                  </a:txBody>
                  <a:tcPr marL="23771" marR="23771" marT="0" marB="0">
                    <a:solidFill>
                      <a:srgbClr val="CCECFF"/>
                    </a:solidFill>
                  </a:tcPr>
                </a:tc>
                <a:extLst>
                  <a:ext uri="{0D108BD9-81ED-4DB2-BD59-A6C34878D82A}">
                    <a16:rowId xmlns:a16="http://schemas.microsoft.com/office/drawing/2014/main" val="10002"/>
                  </a:ext>
                </a:extLst>
              </a:tr>
              <a:tr h="286653">
                <a:tc>
                  <a:txBody>
                    <a:bodyPr/>
                    <a:lstStyle/>
                    <a:p>
                      <a:pPr>
                        <a:lnSpc>
                          <a:spcPct val="115000"/>
                        </a:lnSpc>
                        <a:spcAft>
                          <a:spcPts val="1000"/>
                        </a:spcAft>
                      </a:pPr>
                      <a:r>
                        <a:rPr lang="en-GB" sz="700">
                          <a:effectLst/>
                          <a:latin typeface="Calibri" panose="020F0502020204030204" pitchFamily="34" charset="0"/>
                        </a:rPr>
                        <a:t> Data Acquisition </a:t>
                      </a:r>
                      <a:endParaRPr lang="en-GB" sz="700">
                        <a:effectLst/>
                        <a:latin typeface="Calibri" panose="020F0502020204030204" pitchFamily="34" charset="0"/>
                        <a:ea typeface="Calibri"/>
                        <a:cs typeface="Times New Roman"/>
                      </a:endParaRPr>
                    </a:p>
                  </a:txBody>
                  <a:tcPr marL="23771" marR="23771" marT="0" marB="0">
                    <a:solidFill>
                      <a:srgbClr val="CCECFF"/>
                    </a:solidFill>
                  </a:tcPr>
                </a:tc>
                <a:tc>
                  <a:txBody>
                    <a:bodyPr/>
                    <a:lstStyle/>
                    <a:p>
                      <a:pPr>
                        <a:lnSpc>
                          <a:spcPct val="115000"/>
                        </a:lnSpc>
                        <a:spcAft>
                          <a:spcPts val="1000"/>
                        </a:spcAft>
                      </a:pPr>
                      <a:r>
                        <a:rPr lang="en-GB" sz="700">
                          <a:effectLst/>
                          <a:latin typeface="Calibri" panose="020F0502020204030204" pitchFamily="34" charset="0"/>
                        </a:rPr>
                        <a:t>03</a:t>
                      </a:r>
                      <a:endParaRPr lang="en-GB" sz="700">
                        <a:effectLst/>
                        <a:latin typeface="Calibri" panose="020F0502020204030204" pitchFamily="34" charset="0"/>
                        <a:ea typeface="Calibri"/>
                        <a:cs typeface="Times New Roman"/>
                      </a:endParaRPr>
                    </a:p>
                  </a:txBody>
                  <a:tcPr marL="23771" marR="23771" marT="0" marB="0">
                    <a:solidFill>
                      <a:srgbClr val="CCECFF"/>
                    </a:solidFill>
                  </a:tcPr>
                </a:tc>
                <a:tc>
                  <a:txBody>
                    <a:bodyPr/>
                    <a:lstStyle/>
                    <a:p>
                      <a:pPr>
                        <a:lnSpc>
                          <a:spcPct val="115000"/>
                        </a:lnSpc>
                        <a:spcAft>
                          <a:spcPts val="1000"/>
                        </a:spcAft>
                      </a:pPr>
                      <a:r>
                        <a:rPr lang="en-GB" sz="700" dirty="0">
                          <a:effectLst/>
                          <a:latin typeface="Calibri" panose="020F0502020204030204" pitchFamily="34" charset="0"/>
                        </a:rPr>
                        <a:t>DQ</a:t>
                      </a:r>
                      <a:endParaRPr lang="en-GB" sz="700" dirty="0">
                        <a:effectLst/>
                        <a:latin typeface="Calibri" panose="020F0502020204030204" pitchFamily="34" charset="0"/>
                        <a:ea typeface="Calibri"/>
                        <a:cs typeface="Times New Roman"/>
                      </a:endParaRPr>
                    </a:p>
                  </a:txBody>
                  <a:tcPr marL="23771" marR="23771" marT="0" marB="0">
                    <a:solidFill>
                      <a:srgbClr val="CCECFF"/>
                    </a:solidFill>
                  </a:tcPr>
                </a:tc>
                <a:tc>
                  <a:txBody>
                    <a:bodyPr/>
                    <a:lstStyle/>
                    <a:p>
                      <a:pPr>
                        <a:lnSpc>
                          <a:spcPct val="115000"/>
                        </a:lnSpc>
                        <a:spcAft>
                          <a:spcPts val="1000"/>
                        </a:spcAft>
                      </a:pPr>
                      <a:r>
                        <a:rPr lang="en-GB" sz="700" dirty="0">
                          <a:effectLst/>
                          <a:latin typeface="Calibri" panose="020F0502020204030204" pitchFamily="34" charset="0"/>
                        </a:rPr>
                        <a:t>Data Acquisition – This function describe data acquisition functions like acquire raw data, configure timing for data acquisition, control etc. of plant I&amp;C.</a:t>
                      </a:r>
                      <a:endParaRPr lang="en-GB" sz="700" dirty="0">
                        <a:effectLst/>
                        <a:latin typeface="Calibri" panose="020F0502020204030204" pitchFamily="34" charset="0"/>
                        <a:ea typeface="Calibri"/>
                        <a:cs typeface="Times New Roman"/>
                      </a:endParaRPr>
                    </a:p>
                  </a:txBody>
                  <a:tcPr marL="23771" marR="23771" marT="0" marB="0">
                    <a:solidFill>
                      <a:srgbClr val="CCECFF"/>
                    </a:solidFill>
                  </a:tcPr>
                </a:tc>
                <a:extLst>
                  <a:ext uri="{0D108BD9-81ED-4DB2-BD59-A6C34878D82A}">
                    <a16:rowId xmlns:a16="http://schemas.microsoft.com/office/drawing/2014/main" val="10003"/>
                  </a:ext>
                </a:extLst>
              </a:tr>
              <a:tr h="384297">
                <a:tc>
                  <a:txBody>
                    <a:bodyPr/>
                    <a:lstStyle/>
                    <a:p>
                      <a:pPr>
                        <a:lnSpc>
                          <a:spcPct val="115000"/>
                        </a:lnSpc>
                        <a:spcAft>
                          <a:spcPts val="1000"/>
                        </a:spcAft>
                      </a:pPr>
                      <a:r>
                        <a:rPr lang="en-GB" sz="700">
                          <a:effectLst/>
                          <a:latin typeface="Calibri" panose="020F0502020204030204" pitchFamily="34" charset="0"/>
                        </a:rPr>
                        <a:t> Data Processing </a:t>
                      </a:r>
                      <a:endParaRPr lang="en-GB" sz="700">
                        <a:effectLst/>
                        <a:latin typeface="Calibri" panose="020F0502020204030204" pitchFamily="34" charset="0"/>
                        <a:ea typeface="Calibri"/>
                        <a:cs typeface="Times New Roman"/>
                      </a:endParaRPr>
                    </a:p>
                  </a:txBody>
                  <a:tcPr marL="23771" marR="23771" marT="0" marB="0">
                    <a:solidFill>
                      <a:srgbClr val="CCECFF"/>
                    </a:solidFill>
                  </a:tcPr>
                </a:tc>
                <a:tc>
                  <a:txBody>
                    <a:bodyPr/>
                    <a:lstStyle/>
                    <a:p>
                      <a:pPr>
                        <a:lnSpc>
                          <a:spcPct val="115000"/>
                        </a:lnSpc>
                        <a:spcAft>
                          <a:spcPts val="1000"/>
                        </a:spcAft>
                      </a:pPr>
                      <a:r>
                        <a:rPr lang="en-GB" sz="700">
                          <a:effectLst/>
                          <a:latin typeface="Calibri" panose="020F0502020204030204" pitchFamily="34" charset="0"/>
                        </a:rPr>
                        <a:t>04</a:t>
                      </a:r>
                      <a:endParaRPr lang="en-GB" sz="700">
                        <a:effectLst/>
                        <a:latin typeface="Calibri" panose="020F0502020204030204" pitchFamily="34" charset="0"/>
                        <a:ea typeface="Calibri"/>
                        <a:cs typeface="Times New Roman"/>
                      </a:endParaRPr>
                    </a:p>
                  </a:txBody>
                  <a:tcPr marL="23771" marR="23771" marT="0" marB="0">
                    <a:solidFill>
                      <a:srgbClr val="CCECFF"/>
                    </a:solidFill>
                  </a:tcPr>
                </a:tc>
                <a:tc>
                  <a:txBody>
                    <a:bodyPr/>
                    <a:lstStyle/>
                    <a:p>
                      <a:pPr>
                        <a:lnSpc>
                          <a:spcPct val="115000"/>
                        </a:lnSpc>
                        <a:spcAft>
                          <a:spcPts val="1000"/>
                        </a:spcAft>
                      </a:pPr>
                      <a:r>
                        <a:rPr lang="en-GB" sz="700">
                          <a:effectLst/>
                          <a:latin typeface="Calibri" panose="020F0502020204030204" pitchFamily="34" charset="0"/>
                        </a:rPr>
                        <a:t>DP</a:t>
                      </a:r>
                      <a:endParaRPr lang="en-GB" sz="700">
                        <a:effectLst/>
                        <a:latin typeface="Calibri" panose="020F0502020204030204" pitchFamily="34" charset="0"/>
                        <a:ea typeface="Calibri"/>
                        <a:cs typeface="Times New Roman"/>
                      </a:endParaRPr>
                    </a:p>
                  </a:txBody>
                  <a:tcPr marL="23771" marR="23771" marT="0" marB="0">
                    <a:solidFill>
                      <a:srgbClr val="CCECFF"/>
                    </a:solidFill>
                  </a:tcPr>
                </a:tc>
                <a:tc>
                  <a:txBody>
                    <a:bodyPr/>
                    <a:lstStyle/>
                    <a:p>
                      <a:pPr>
                        <a:lnSpc>
                          <a:spcPct val="115000"/>
                        </a:lnSpc>
                        <a:spcAft>
                          <a:spcPts val="1000"/>
                        </a:spcAft>
                      </a:pPr>
                      <a:r>
                        <a:rPr lang="en-GB" sz="700" dirty="0">
                          <a:effectLst/>
                          <a:latin typeface="Calibri" panose="020F0502020204030204" pitchFamily="34" charset="0"/>
                        </a:rPr>
                        <a:t>Data Processing – Data processing function converts acquired data into measurement (Engineering) data. Data processing function is also used to do analysis on process data, calculate measurement error, Alarm and sometimes control.</a:t>
                      </a:r>
                      <a:endParaRPr lang="en-GB" sz="700" dirty="0">
                        <a:effectLst/>
                        <a:latin typeface="Calibri" panose="020F0502020204030204" pitchFamily="34" charset="0"/>
                        <a:ea typeface="Calibri"/>
                        <a:cs typeface="Times New Roman"/>
                      </a:endParaRPr>
                    </a:p>
                  </a:txBody>
                  <a:tcPr marL="23771" marR="23771" marT="0" marB="0">
                    <a:solidFill>
                      <a:srgbClr val="CCECFF"/>
                    </a:solidFill>
                  </a:tcPr>
                </a:tc>
                <a:extLst>
                  <a:ext uri="{0D108BD9-81ED-4DB2-BD59-A6C34878D82A}">
                    <a16:rowId xmlns:a16="http://schemas.microsoft.com/office/drawing/2014/main" val="10004"/>
                  </a:ext>
                </a:extLst>
              </a:tr>
              <a:tr h="384297">
                <a:tc>
                  <a:txBody>
                    <a:bodyPr/>
                    <a:lstStyle/>
                    <a:p>
                      <a:pPr>
                        <a:lnSpc>
                          <a:spcPct val="115000"/>
                        </a:lnSpc>
                        <a:spcAft>
                          <a:spcPts val="1000"/>
                        </a:spcAft>
                      </a:pPr>
                      <a:r>
                        <a:rPr lang="en-GB" sz="700">
                          <a:effectLst/>
                          <a:latin typeface="Calibri" panose="020F0502020204030204" pitchFamily="34" charset="0"/>
                        </a:rPr>
                        <a:t> System Management </a:t>
                      </a:r>
                      <a:endParaRPr lang="en-GB" sz="700">
                        <a:effectLst/>
                        <a:latin typeface="Calibri" panose="020F0502020204030204" pitchFamily="34" charset="0"/>
                        <a:ea typeface="Calibri"/>
                        <a:cs typeface="Times New Roman"/>
                      </a:endParaRPr>
                    </a:p>
                  </a:txBody>
                  <a:tcPr marL="23771" marR="23771" marT="0" marB="0">
                    <a:solidFill>
                      <a:srgbClr val="CCECFF"/>
                    </a:solidFill>
                  </a:tcPr>
                </a:tc>
                <a:tc>
                  <a:txBody>
                    <a:bodyPr/>
                    <a:lstStyle/>
                    <a:p>
                      <a:pPr>
                        <a:lnSpc>
                          <a:spcPct val="115000"/>
                        </a:lnSpc>
                        <a:spcAft>
                          <a:spcPts val="1000"/>
                        </a:spcAft>
                      </a:pPr>
                      <a:r>
                        <a:rPr lang="en-GB" sz="700">
                          <a:effectLst/>
                          <a:latin typeface="Calibri" panose="020F0502020204030204" pitchFamily="34" charset="0"/>
                        </a:rPr>
                        <a:t>05</a:t>
                      </a:r>
                      <a:endParaRPr lang="en-GB" sz="700">
                        <a:effectLst/>
                        <a:latin typeface="Calibri" panose="020F0502020204030204" pitchFamily="34" charset="0"/>
                        <a:ea typeface="Calibri"/>
                        <a:cs typeface="Times New Roman"/>
                      </a:endParaRPr>
                    </a:p>
                  </a:txBody>
                  <a:tcPr marL="23771" marR="23771" marT="0" marB="0">
                    <a:solidFill>
                      <a:srgbClr val="CCECFF"/>
                    </a:solidFill>
                  </a:tcPr>
                </a:tc>
                <a:tc>
                  <a:txBody>
                    <a:bodyPr/>
                    <a:lstStyle/>
                    <a:p>
                      <a:pPr>
                        <a:lnSpc>
                          <a:spcPct val="115000"/>
                        </a:lnSpc>
                        <a:spcAft>
                          <a:spcPts val="1000"/>
                        </a:spcAft>
                      </a:pPr>
                      <a:r>
                        <a:rPr lang="en-GB" sz="700">
                          <a:effectLst/>
                          <a:latin typeface="Calibri" panose="020F0502020204030204" pitchFamily="34" charset="0"/>
                        </a:rPr>
                        <a:t>SM</a:t>
                      </a:r>
                      <a:endParaRPr lang="en-GB" sz="700">
                        <a:effectLst/>
                        <a:latin typeface="Calibri" panose="020F0502020204030204" pitchFamily="34" charset="0"/>
                        <a:ea typeface="Calibri"/>
                        <a:cs typeface="Times New Roman"/>
                      </a:endParaRPr>
                    </a:p>
                  </a:txBody>
                  <a:tcPr marL="23771" marR="23771" marT="0" marB="0">
                    <a:solidFill>
                      <a:srgbClr val="CCECFF"/>
                    </a:solidFill>
                  </a:tcPr>
                </a:tc>
                <a:tc>
                  <a:txBody>
                    <a:bodyPr/>
                    <a:lstStyle/>
                    <a:p>
                      <a:pPr>
                        <a:lnSpc>
                          <a:spcPct val="115000"/>
                        </a:lnSpc>
                        <a:spcAft>
                          <a:spcPts val="1000"/>
                        </a:spcAft>
                      </a:pPr>
                      <a:r>
                        <a:rPr lang="en-GB" sz="700" dirty="0">
                          <a:effectLst/>
                          <a:latin typeface="Calibri" panose="020F0502020204030204" pitchFamily="34" charset="0"/>
                        </a:rPr>
                        <a:t>System Management –  This function is used to define system management of plant I&amp;C component (Hardware and Software) like cubicle, PSH, PCF, Slow controller, Health management and monitoring etc.</a:t>
                      </a:r>
                      <a:endParaRPr lang="en-GB" sz="700" dirty="0">
                        <a:effectLst/>
                        <a:latin typeface="Calibri" panose="020F0502020204030204" pitchFamily="34" charset="0"/>
                        <a:ea typeface="Calibri"/>
                        <a:cs typeface="Times New Roman"/>
                      </a:endParaRPr>
                    </a:p>
                  </a:txBody>
                  <a:tcPr marL="23771" marR="23771" marT="0" marB="0">
                    <a:solidFill>
                      <a:srgbClr val="CCECFF"/>
                    </a:solidFill>
                  </a:tcPr>
                </a:tc>
                <a:extLst>
                  <a:ext uri="{0D108BD9-81ED-4DB2-BD59-A6C34878D82A}">
                    <a16:rowId xmlns:a16="http://schemas.microsoft.com/office/drawing/2014/main" val="10005"/>
                  </a:ext>
                </a:extLst>
              </a:tr>
              <a:tr h="286653">
                <a:tc>
                  <a:txBody>
                    <a:bodyPr/>
                    <a:lstStyle/>
                    <a:p>
                      <a:pPr>
                        <a:lnSpc>
                          <a:spcPct val="115000"/>
                        </a:lnSpc>
                        <a:spcAft>
                          <a:spcPts val="1000"/>
                        </a:spcAft>
                      </a:pPr>
                      <a:r>
                        <a:rPr lang="en-GB" sz="700">
                          <a:effectLst/>
                          <a:latin typeface="Calibri" panose="020F0502020204030204" pitchFamily="34" charset="0"/>
                        </a:rPr>
                        <a:t> Operation </a:t>
                      </a:r>
                      <a:endParaRPr lang="en-GB" sz="700">
                        <a:effectLst/>
                        <a:latin typeface="Calibri" panose="020F0502020204030204" pitchFamily="34" charset="0"/>
                        <a:ea typeface="Calibri"/>
                        <a:cs typeface="Times New Roman"/>
                      </a:endParaRPr>
                    </a:p>
                  </a:txBody>
                  <a:tcPr marL="23771" marR="23771" marT="0" marB="0">
                    <a:solidFill>
                      <a:srgbClr val="CCECFF"/>
                    </a:solidFill>
                  </a:tcPr>
                </a:tc>
                <a:tc>
                  <a:txBody>
                    <a:bodyPr/>
                    <a:lstStyle/>
                    <a:p>
                      <a:pPr>
                        <a:lnSpc>
                          <a:spcPct val="115000"/>
                        </a:lnSpc>
                        <a:spcAft>
                          <a:spcPts val="1000"/>
                        </a:spcAft>
                      </a:pPr>
                      <a:r>
                        <a:rPr lang="en-GB" sz="700">
                          <a:effectLst/>
                          <a:latin typeface="Calibri" panose="020F0502020204030204" pitchFamily="34" charset="0"/>
                        </a:rPr>
                        <a:t>06</a:t>
                      </a:r>
                      <a:endParaRPr lang="en-GB" sz="700">
                        <a:effectLst/>
                        <a:latin typeface="Calibri" panose="020F0502020204030204" pitchFamily="34" charset="0"/>
                        <a:ea typeface="Calibri"/>
                        <a:cs typeface="Times New Roman"/>
                      </a:endParaRPr>
                    </a:p>
                  </a:txBody>
                  <a:tcPr marL="23771" marR="23771" marT="0" marB="0">
                    <a:solidFill>
                      <a:srgbClr val="CCECFF"/>
                    </a:solidFill>
                  </a:tcPr>
                </a:tc>
                <a:tc>
                  <a:txBody>
                    <a:bodyPr/>
                    <a:lstStyle/>
                    <a:p>
                      <a:pPr>
                        <a:lnSpc>
                          <a:spcPct val="115000"/>
                        </a:lnSpc>
                        <a:spcAft>
                          <a:spcPts val="1000"/>
                        </a:spcAft>
                      </a:pPr>
                      <a:r>
                        <a:rPr lang="en-GB" sz="700">
                          <a:effectLst/>
                          <a:latin typeface="Calibri" panose="020F0502020204030204" pitchFamily="34" charset="0"/>
                        </a:rPr>
                        <a:t>OP</a:t>
                      </a:r>
                      <a:endParaRPr lang="en-GB" sz="700">
                        <a:effectLst/>
                        <a:latin typeface="Calibri" panose="020F0502020204030204" pitchFamily="34" charset="0"/>
                        <a:ea typeface="Calibri"/>
                        <a:cs typeface="Times New Roman"/>
                      </a:endParaRPr>
                    </a:p>
                  </a:txBody>
                  <a:tcPr marL="23771" marR="23771" marT="0" marB="0">
                    <a:solidFill>
                      <a:srgbClr val="CCECFF"/>
                    </a:solidFill>
                  </a:tcPr>
                </a:tc>
                <a:tc>
                  <a:txBody>
                    <a:bodyPr/>
                    <a:lstStyle/>
                    <a:p>
                      <a:pPr>
                        <a:lnSpc>
                          <a:spcPct val="115000"/>
                        </a:lnSpc>
                        <a:spcAft>
                          <a:spcPts val="1000"/>
                        </a:spcAft>
                      </a:pPr>
                      <a:r>
                        <a:rPr lang="en-GB" sz="700" dirty="0">
                          <a:effectLst/>
                          <a:latin typeface="Calibri" panose="020F0502020204030204" pitchFamily="34" charset="0"/>
                        </a:rPr>
                        <a:t>Operation – This function describe the functions required for operation like Plant Automation, Configuration, Plant Function Diagnostics etc.</a:t>
                      </a:r>
                      <a:endParaRPr lang="en-GB" sz="700" dirty="0">
                        <a:effectLst/>
                        <a:latin typeface="Calibri" panose="020F0502020204030204" pitchFamily="34" charset="0"/>
                        <a:ea typeface="Calibri"/>
                        <a:cs typeface="Times New Roman"/>
                      </a:endParaRPr>
                    </a:p>
                  </a:txBody>
                  <a:tcPr marL="23771" marR="23771" marT="0" marB="0">
                    <a:solidFill>
                      <a:srgbClr val="CCECFF"/>
                    </a:solidFill>
                  </a:tcPr>
                </a:tc>
                <a:extLst>
                  <a:ext uri="{0D108BD9-81ED-4DB2-BD59-A6C34878D82A}">
                    <a16:rowId xmlns:a16="http://schemas.microsoft.com/office/drawing/2014/main" val="10006"/>
                  </a:ext>
                </a:extLst>
              </a:tr>
              <a:tr h="189009">
                <a:tc>
                  <a:txBody>
                    <a:bodyPr/>
                    <a:lstStyle/>
                    <a:p>
                      <a:pPr>
                        <a:lnSpc>
                          <a:spcPct val="115000"/>
                        </a:lnSpc>
                        <a:spcAft>
                          <a:spcPts val="1000"/>
                        </a:spcAft>
                      </a:pPr>
                      <a:r>
                        <a:rPr lang="en-GB" sz="700">
                          <a:effectLst/>
                          <a:latin typeface="Calibri" panose="020F0502020204030204" pitchFamily="34" charset="0"/>
                        </a:rPr>
                        <a:t> Machine Protection </a:t>
                      </a:r>
                      <a:endParaRPr lang="en-GB" sz="700">
                        <a:effectLst/>
                        <a:latin typeface="Calibri" panose="020F0502020204030204" pitchFamily="34" charset="0"/>
                        <a:ea typeface="Calibri"/>
                        <a:cs typeface="Times New Roman"/>
                      </a:endParaRPr>
                    </a:p>
                  </a:txBody>
                  <a:tcPr marL="23771" marR="23771" marT="0" marB="0">
                    <a:solidFill>
                      <a:srgbClr val="CCECFF"/>
                    </a:solidFill>
                  </a:tcPr>
                </a:tc>
                <a:tc>
                  <a:txBody>
                    <a:bodyPr/>
                    <a:lstStyle/>
                    <a:p>
                      <a:pPr>
                        <a:lnSpc>
                          <a:spcPct val="115000"/>
                        </a:lnSpc>
                        <a:spcAft>
                          <a:spcPts val="1000"/>
                        </a:spcAft>
                      </a:pPr>
                      <a:r>
                        <a:rPr lang="en-GB" sz="700">
                          <a:effectLst/>
                          <a:latin typeface="Calibri" panose="020F0502020204030204" pitchFamily="34" charset="0"/>
                        </a:rPr>
                        <a:t>07</a:t>
                      </a:r>
                      <a:endParaRPr lang="en-GB" sz="700">
                        <a:effectLst/>
                        <a:latin typeface="Calibri" panose="020F0502020204030204" pitchFamily="34" charset="0"/>
                        <a:ea typeface="Calibri"/>
                        <a:cs typeface="Times New Roman"/>
                      </a:endParaRPr>
                    </a:p>
                  </a:txBody>
                  <a:tcPr marL="23771" marR="23771" marT="0" marB="0">
                    <a:solidFill>
                      <a:srgbClr val="CCECFF"/>
                    </a:solidFill>
                  </a:tcPr>
                </a:tc>
                <a:tc>
                  <a:txBody>
                    <a:bodyPr/>
                    <a:lstStyle/>
                    <a:p>
                      <a:pPr>
                        <a:lnSpc>
                          <a:spcPct val="115000"/>
                        </a:lnSpc>
                        <a:spcAft>
                          <a:spcPts val="1000"/>
                        </a:spcAft>
                      </a:pPr>
                      <a:r>
                        <a:rPr lang="en-GB" sz="700">
                          <a:effectLst/>
                          <a:latin typeface="Calibri" panose="020F0502020204030204" pitchFamily="34" charset="0"/>
                        </a:rPr>
                        <a:t>MP</a:t>
                      </a:r>
                      <a:endParaRPr lang="en-GB" sz="700">
                        <a:effectLst/>
                        <a:latin typeface="Calibri" panose="020F0502020204030204" pitchFamily="34" charset="0"/>
                        <a:ea typeface="Calibri"/>
                        <a:cs typeface="Times New Roman"/>
                      </a:endParaRPr>
                    </a:p>
                  </a:txBody>
                  <a:tcPr marL="23771" marR="23771" marT="0" marB="0">
                    <a:solidFill>
                      <a:srgbClr val="CCECFF"/>
                    </a:solidFill>
                  </a:tcPr>
                </a:tc>
                <a:tc>
                  <a:txBody>
                    <a:bodyPr/>
                    <a:lstStyle/>
                    <a:p>
                      <a:pPr>
                        <a:lnSpc>
                          <a:spcPct val="115000"/>
                        </a:lnSpc>
                        <a:spcAft>
                          <a:spcPts val="1000"/>
                        </a:spcAft>
                      </a:pPr>
                      <a:r>
                        <a:rPr lang="en-GB" sz="700" dirty="0">
                          <a:effectLst/>
                          <a:latin typeface="Calibri" panose="020F0502020204030204" pitchFamily="34" charset="0"/>
                        </a:rPr>
                        <a:t>This function will take the measures for protection of the plant system.  </a:t>
                      </a:r>
                      <a:endParaRPr lang="en-GB" sz="700" dirty="0">
                        <a:effectLst/>
                        <a:latin typeface="Calibri" panose="020F0502020204030204" pitchFamily="34" charset="0"/>
                        <a:ea typeface="Calibri"/>
                        <a:cs typeface="Times New Roman"/>
                      </a:endParaRPr>
                    </a:p>
                  </a:txBody>
                  <a:tcPr marL="23771" marR="23771" marT="0" marB="0">
                    <a:solidFill>
                      <a:srgbClr val="CCECFF"/>
                    </a:solidFill>
                  </a:tcPr>
                </a:tc>
                <a:extLst>
                  <a:ext uri="{0D108BD9-81ED-4DB2-BD59-A6C34878D82A}">
                    <a16:rowId xmlns:a16="http://schemas.microsoft.com/office/drawing/2014/main" val="10007"/>
                  </a:ext>
                </a:extLst>
              </a:tr>
              <a:tr h="189009">
                <a:tc>
                  <a:txBody>
                    <a:bodyPr/>
                    <a:lstStyle/>
                    <a:p>
                      <a:pPr>
                        <a:lnSpc>
                          <a:spcPct val="115000"/>
                        </a:lnSpc>
                        <a:spcAft>
                          <a:spcPts val="1000"/>
                        </a:spcAft>
                      </a:pPr>
                      <a:r>
                        <a:rPr lang="en-GB" sz="700" dirty="0">
                          <a:effectLst/>
                          <a:latin typeface="Calibri" panose="020F0502020204030204" pitchFamily="34" charset="0"/>
                        </a:rPr>
                        <a:t> </a:t>
                      </a:r>
                      <a:r>
                        <a:rPr lang="en-GB" sz="700" dirty="0" err="1">
                          <a:effectLst/>
                          <a:latin typeface="Calibri" panose="020F0502020204030204" pitchFamily="34" charset="0"/>
                        </a:rPr>
                        <a:t>Occu</a:t>
                      </a:r>
                      <a:r>
                        <a:rPr lang="en-GB" sz="700" dirty="0">
                          <a:effectLst/>
                          <a:latin typeface="Calibri" panose="020F0502020204030204" pitchFamily="34" charset="0"/>
                        </a:rPr>
                        <a:t> Safety </a:t>
                      </a:r>
                      <a:endParaRPr lang="en-GB" sz="700" dirty="0">
                        <a:effectLst/>
                        <a:latin typeface="Calibri" panose="020F0502020204030204" pitchFamily="34" charset="0"/>
                        <a:ea typeface="Calibri"/>
                        <a:cs typeface="Times New Roman"/>
                      </a:endParaRPr>
                    </a:p>
                  </a:txBody>
                  <a:tcPr marL="23771" marR="23771" marT="0" marB="0">
                    <a:solidFill>
                      <a:srgbClr val="CCECFF"/>
                    </a:solidFill>
                  </a:tcPr>
                </a:tc>
                <a:tc>
                  <a:txBody>
                    <a:bodyPr/>
                    <a:lstStyle/>
                    <a:p>
                      <a:pPr>
                        <a:lnSpc>
                          <a:spcPct val="115000"/>
                        </a:lnSpc>
                        <a:spcAft>
                          <a:spcPts val="1000"/>
                        </a:spcAft>
                      </a:pPr>
                      <a:r>
                        <a:rPr lang="en-GB" sz="700">
                          <a:effectLst/>
                          <a:latin typeface="Calibri" panose="020F0502020204030204" pitchFamily="34" charset="0"/>
                        </a:rPr>
                        <a:t>08</a:t>
                      </a:r>
                      <a:endParaRPr lang="en-GB" sz="700">
                        <a:effectLst/>
                        <a:latin typeface="Calibri" panose="020F0502020204030204" pitchFamily="34" charset="0"/>
                        <a:ea typeface="Calibri"/>
                        <a:cs typeface="Times New Roman"/>
                      </a:endParaRPr>
                    </a:p>
                  </a:txBody>
                  <a:tcPr marL="23771" marR="23771" marT="0" marB="0">
                    <a:solidFill>
                      <a:srgbClr val="CCECFF"/>
                    </a:solidFill>
                  </a:tcPr>
                </a:tc>
                <a:tc>
                  <a:txBody>
                    <a:bodyPr/>
                    <a:lstStyle/>
                    <a:p>
                      <a:pPr>
                        <a:lnSpc>
                          <a:spcPct val="115000"/>
                        </a:lnSpc>
                        <a:spcAft>
                          <a:spcPts val="1000"/>
                        </a:spcAft>
                      </a:pPr>
                      <a:r>
                        <a:rPr lang="en-GB" sz="700">
                          <a:effectLst/>
                          <a:latin typeface="Calibri" panose="020F0502020204030204" pitchFamily="34" charset="0"/>
                        </a:rPr>
                        <a:t>OS</a:t>
                      </a:r>
                      <a:endParaRPr lang="en-GB" sz="700">
                        <a:effectLst/>
                        <a:latin typeface="Calibri" panose="020F0502020204030204" pitchFamily="34" charset="0"/>
                        <a:ea typeface="Calibri"/>
                        <a:cs typeface="Times New Roman"/>
                      </a:endParaRPr>
                    </a:p>
                  </a:txBody>
                  <a:tcPr marL="23771" marR="23771" marT="0" marB="0">
                    <a:solidFill>
                      <a:srgbClr val="CCECFF"/>
                    </a:solidFill>
                  </a:tcPr>
                </a:tc>
                <a:tc>
                  <a:txBody>
                    <a:bodyPr/>
                    <a:lstStyle/>
                    <a:p>
                      <a:pPr>
                        <a:lnSpc>
                          <a:spcPct val="115000"/>
                        </a:lnSpc>
                        <a:spcAft>
                          <a:spcPts val="1000"/>
                        </a:spcAft>
                      </a:pPr>
                      <a:r>
                        <a:rPr lang="en-GB" sz="700" dirty="0">
                          <a:effectLst/>
                          <a:latin typeface="Calibri" panose="020F0502020204030204" pitchFamily="34" charset="0"/>
                        </a:rPr>
                        <a:t>Occupational Safety - This function is not applicable for this Plant I&amp;C</a:t>
                      </a:r>
                      <a:endParaRPr lang="en-GB" sz="700" dirty="0">
                        <a:effectLst/>
                        <a:latin typeface="Calibri" panose="020F0502020204030204" pitchFamily="34" charset="0"/>
                        <a:ea typeface="Calibri"/>
                        <a:cs typeface="Times New Roman"/>
                      </a:endParaRPr>
                    </a:p>
                  </a:txBody>
                  <a:tcPr marL="23771" marR="23771" marT="0" marB="0">
                    <a:solidFill>
                      <a:srgbClr val="CCECFF"/>
                    </a:solidFill>
                  </a:tcPr>
                </a:tc>
                <a:extLst>
                  <a:ext uri="{0D108BD9-81ED-4DB2-BD59-A6C34878D82A}">
                    <a16:rowId xmlns:a16="http://schemas.microsoft.com/office/drawing/2014/main" val="10008"/>
                  </a:ext>
                </a:extLst>
              </a:tr>
              <a:tr h="266274">
                <a:tc>
                  <a:txBody>
                    <a:bodyPr/>
                    <a:lstStyle/>
                    <a:p>
                      <a:pPr>
                        <a:lnSpc>
                          <a:spcPct val="115000"/>
                        </a:lnSpc>
                        <a:spcAft>
                          <a:spcPts val="1000"/>
                        </a:spcAft>
                      </a:pPr>
                      <a:r>
                        <a:rPr lang="en-GB" sz="700" dirty="0">
                          <a:effectLst/>
                          <a:latin typeface="Calibri" panose="020F0502020204030204" pitchFamily="34" charset="0"/>
                        </a:rPr>
                        <a:t> COTS</a:t>
                      </a:r>
                      <a:endParaRPr lang="en-GB" sz="700" dirty="0">
                        <a:effectLst/>
                        <a:latin typeface="Calibri" panose="020F0502020204030204" pitchFamily="34" charset="0"/>
                        <a:ea typeface="Calibri"/>
                        <a:cs typeface="Times New Roman"/>
                      </a:endParaRPr>
                    </a:p>
                  </a:txBody>
                  <a:tcPr marL="23771" marR="23771" marT="0" marB="0">
                    <a:solidFill>
                      <a:srgbClr val="CCECFF"/>
                    </a:solidFill>
                  </a:tcPr>
                </a:tc>
                <a:tc>
                  <a:txBody>
                    <a:bodyPr/>
                    <a:lstStyle/>
                    <a:p>
                      <a:pPr>
                        <a:lnSpc>
                          <a:spcPct val="115000"/>
                        </a:lnSpc>
                        <a:spcAft>
                          <a:spcPts val="1000"/>
                        </a:spcAft>
                      </a:pPr>
                      <a:r>
                        <a:rPr lang="en-GB" sz="700">
                          <a:effectLst/>
                          <a:latin typeface="Calibri" panose="020F0502020204030204" pitchFamily="34" charset="0"/>
                        </a:rPr>
                        <a:t>09</a:t>
                      </a:r>
                      <a:endParaRPr lang="en-GB" sz="700">
                        <a:effectLst/>
                        <a:latin typeface="Calibri" panose="020F0502020204030204" pitchFamily="34" charset="0"/>
                        <a:ea typeface="Calibri"/>
                        <a:cs typeface="Times New Roman"/>
                      </a:endParaRPr>
                    </a:p>
                  </a:txBody>
                  <a:tcPr marL="23771" marR="23771" marT="0" marB="0">
                    <a:solidFill>
                      <a:srgbClr val="CCECFF"/>
                    </a:solidFill>
                  </a:tcPr>
                </a:tc>
                <a:tc>
                  <a:txBody>
                    <a:bodyPr/>
                    <a:lstStyle/>
                    <a:p>
                      <a:pPr>
                        <a:lnSpc>
                          <a:spcPct val="115000"/>
                        </a:lnSpc>
                        <a:spcAft>
                          <a:spcPts val="1000"/>
                        </a:spcAft>
                      </a:pPr>
                      <a:r>
                        <a:rPr lang="en-GB" sz="700">
                          <a:effectLst/>
                          <a:latin typeface="Calibri" panose="020F0502020204030204" pitchFamily="34" charset="0"/>
                        </a:rPr>
                        <a:t>CM</a:t>
                      </a:r>
                      <a:endParaRPr lang="en-GB" sz="700">
                        <a:effectLst/>
                        <a:latin typeface="Calibri" panose="020F0502020204030204" pitchFamily="34" charset="0"/>
                        <a:ea typeface="Calibri"/>
                        <a:cs typeface="Times New Roman"/>
                      </a:endParaRPr>
                    </a:p>
                  </a:txBody>
                  <a:tcPr marL="23771" marR="23771" marT="0" marB="0">
                    <a:solidFill>
                      <a:srgbClr val="CCECFF"/>
                    </a:solidFill>
                  </a:tcPr>
                </a:tc>
                <a:tc>
                  <a:txBody>
                    <a:bodyPr/>
                    <a:lstStyle/>
                    <a:p>
                      <a:pPr>
                        <a:lnSpc>
                          <a:spcPct val="115000"/>
                        </a:lnSpc>
                        <a:spcAft>
                          <a:spcPts val="1000"/>
                        </a:spcAft>
                      </a:pPr>
                      <a:r>
                        <a:rPr lang="en-GB" sz="700" dirty="0">
                          <a:effectLst/>
                          <a:latin typeface="Calibri" panose="020F0502020204030204" pitchFamily="34" charset="0"/>
                        </a:rPr>
                        <a:t>Commercial measurement and control (COTS devices) - his function is not applicable for this Plant I&amp;C</a:t>
                      </a:r>
                      <a:endParaRPr lang="en-GB" sz="700" dirty="0">
                        <a:effectLst/>
                        <a:latin typeface="Calibri" panose="020F0502020204030204" pitchFamily="34" charset="0"/>
                        <a:ea typeface="Calibri"/>
                        <a:cs typeface="Times New Roman"/>
                      </a:endParaRPr>
                    </a:p>
                  </a:txBody>
                  <a:tcPr marL="23771" marR="23771" marT="0" marB="0">
                    <a:solidFill>
                      <a:srgbClr val="CCECFF"/>
                    </a:solidFill>
                  </a:tcPr>
                </a:tc>
                <a:extLst>
                  <a:ext uri="{0D108BD9-81ED-4DB2-BD59-A6C34878D82A}">
                    <a16:rowId xmlns:a16="http://schemas.microsoft.com/office/drawing/2014/main" val="10009"/>
                  </a:ext>
                </a:extLst>
              </a:tr>
              <a:tr h="189009">
                <a:tc>
                  <a:txBody>
                    <a:bodyPr/>
                    <a:lstStyle/>
                    <a:p>
                      <a:pPr>
                        <a:lnSpc>
                          <a:spcPct val="115000"/>
                        </a:lnSpc>
                        <a:spcAft>
                          <a:spcPts val="1000"/>
                        </a:spcAft>
                      </a:pPr>
                      <a:r>
                        <a:rPr lang="en-GB" sz="700">
                          <a:effectLst/>
                          <a:latin typeface="Calibri" panose="020F0502020204030204" pitchFamily="34" charset="0"/>
                        </a:rPr>
                        <a:t> Interface </a:t>
                      </a:r>
                      <a:endParaRPr lang="en-GB" sz="700">
                        <a:effectLst/>
                        <a:latin typeface="Calibri" panose="020F0502020204030204" pitchFamily="34" charset="0"/>
                        <a:ea typeface="Calibri"/>
                        <a:cs typeface="Times New Roman"/>
                      </a:endParaRPr>
                    </a:p>
                  </a:txBody>
                  <a:tcPr marL="23771" marR="23771" marT="0" marB="0">
                    <a:solidFill>
                      <a:srgbClr val="CCECFF"/>
                    </a:solidFill>
                  </a:tcPr>
                </a:tc>
                <a:tc>
                  <a:txBody>
                    <a:bodyPr/>
                    <a:lstStyle/>
                    <a:p>
                      <a:pPr>
                        <a:lnSpc>
                          <a:spcPct val="115000"/>
                        </a:lnSpc>
                        <a:spcAft>
                          <a:spcPts val="1000"/>
                        </a:spcAft>
                      </a:pPr>
                      <a:r>
                        <a:rPr lang="en-GB" sz="700">
                          <a:effectLst/>
                          <a:latin typeface="Calibri" panose="020F0502020204030204" pitchFamily="34" charset="0"/>
                        </a:rPr>
                        <a:t>10</a:t>
                      </a:r>
                      <a:endParaRPr lang="en-GB" sz="700">
                        <a:effectLst/>
                        <a:latin typeface="Calibri" panose="020F0502020204030204" pitchFamily="34" charset="0"/>
                        <a:ea typeface="Calibri"/>
                        <a:cs typeface="Times New Roman"/>
                      </a:endParaRPr>
                    </a:p>
                  </a:txBody>
                  <a:tcPr marL="23771" marR="23771" marT="0" marB="0">
                    <a:solidFill>
                      <a:srgbClr val="CCECFF"/>
                    </a:solidFill>
                  </a:tcPr>
                </a:tc>
                <a:tc>
                  <a:txBody>
                    <a:bodyPr/>
                    <a:lstStyle/>
                    <a:p>
                      <a:pPr>
                        <a:lnSpc>
                          <a:spcPct val="115000"/>
                        </a:lnSpc>
                        <a:spcAft>
                          <a:spcPts val="1000"/>
                        </a:spcAft>
                      </a:pPr>
                      <a:r>
                        <a:rPr lang="en-GB" sz="700">
                          <a:effectLst/>
                          <a:latin typeface="Calibri" panose="020F0502020204030204" pitchFamily="34" charset="0"/>
                        </a:rPr>
                        <a:t>IF</a:t>
                      </a:r>
                      <a:endParaRPr lang="en-GB" sz="700">
                        <a:effectLst/>
                        <a:latin typeface="Calibri" panose="020F0502020204030204" pitchFamily="34" charset="0"/>
                        <a:ea typeface="Calibri"/>
                        <a:cs typeface="Times New Roman"/>
                      </a:endParaRPr>
                    </a:p>
                  </a:txBody>
                  <a:tcPr marL="23771" marR="23771" marT="0" marB="0">
                    <a:solidFill>
                      <a:srgbClr val="CCECFF"/>
                    </a:solidFill>
                  </a:tcPr>
                </a:tc>
                <a:tc>
                  <a:txBody>
                    <a:bodyPr/>
                    <a:lstStyle/>
                    <a:p>
                      <a:pPr>
                        <a:lnSpc>
                          <a:spcPct val="115000"/>
                        </a:lnSpc>
                        <a:spcAft>
                          <a:spcPts val="1000"/>
                        </a:spcAft>
                      </a:pPr>
                      <a:r>
                        <a:rPr lang="en-GB" sz="700" dirty="0">
                          <a:effectLst/>
                          <a:latin typeface="Calibri" panose="020F0502020204030204" pitchFamily="34" charset="0"/>
                        </a:rPr>
                        <a:t>Interface –  This function will be used to describe plant I&amp;C interface like  PON, TCN, SDN</a:t>
                      </a:r>
                      <a:endParaRPr lang="en-GB" sz="700" dirty="0">
                        <a:effectLst/>
                        <a:latin typeface="Calibri" panose="020F0502020204030204" pitchFamily="34" charset="0"/>
                        <a:ea typeface="Calibri"/>
                        <a:cs typeface="Times New Roman"/>
                      </a:endParaRPr>
                    </a:p>
                  </a:txBody>
                  <a:tcPr marL="23771" marR="23771" marT="0" marB="0">
                    <a:solidFill>
                      <a:srgbClr val="CCECFF"/>
                    </a:solidFill>
                  </a:tcPr>
                </a:tc>
                <a:extLst>
                  <a:ext uri="{0D108BD9-81ED-4DB2-BD59-A6C34878D82A}">
                    <a16:rowId xmlns:a16="http://schemas.microsoft.com/office/drawing/2014/main" val="10010"/>
                  </a:ext>
                </a:extLst>
              </a:tr>
            </a:tbl>
          </a:graphicData>
        </a:graphic>
      </p:graphicFrame>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48128" y="848969"/>
            <a:ext cx="2000250" cy="209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3" name="Table 2"/>
          <p:cNvGraphicFramePr>
            <a:graphicFrameLocks noGrp="1"/>
          </p:cNvGraphicFramePr>
          <p:nvPr>
            <p:extLst/>
          </p:nvPr>
        </p:nvGraphicFramePr>
        <p:xfrm>
          <a:off x="6168010" y="3189418"/>
          <a:ext cx="4392488" cy="3047830"/>
        </p:xfrm>
        <a:graphic>
          <a:graphicData uri="http://schemas.openxmlformats.org/drawingml/2006/table">
            <a:tbl>
              <a:tblPr>
                <a:tableStyleId>{5940675A-B579-460E-94D1-54222C63F5DA}</a:tableStyleId>
              </a:tblPr>
              <a:tblGrid>
                <a:gridCol w="864096">
                  <a:extLst>
                    <a:ext uri="{9D8B030D-6E8A-4147-A177-3AD203B41FA5}">
                      <a16:colId xmlns:a16="http://schemas.microsoft.com/office/drawing/2014/main" val="20000"/>
                    </a:ext>
                  </a:extLst>
                </a:gridCol>
                <a:gridCol w="432048">
                  <a:extLst>
                    <a:ext uri="{9D8B030D-6E8A-4147-A177-3AD203B41FA5}">
                      <a16:colId xmlns:a16="http://schemas.microsoft.com/office/drawing/2014/main" val="20001"/>
                    </a:ext>
                  </a:extLst>
                </a:gridCol>
                <a:gridCol w="801715">
                  <a:extLst>
                    <a:ext uri="{9D8B030D-6E8A-4147-A177-3AD203B41FA5}">
                      <a16:colId xmlns:a16="http://schemas.microsoft.com/office/drawing/2014/main" val="20002"/>
                    </a:ext>
                  </a:extLst>
                </a:gridCol>
                <a:gridCol w="2294629">
                  <a:extLst>
                    <a:ext uri="{9D8B030D-6E8A-4147-A177-3AD203B41FA5}">
                      <a16:colId xmlns:a16="http://schemas.microsoft.com/office/drawing/2014/main" val="20003"/>
                    </a:ext>
                  </a:extLst>
                </a:gridCol>
              </a:tblGrid>
              <a:tr h="256896">
                <a:tc>
                  <a:txBody>
                    <a:bodyPr/>
                    <a:lstStyle/>
                    <a:p>
                      <a:pPr>
                        <a:lnSpc>
                          <a:spcPct val="115000"/>
                        </a:lnSpc>
                        <a:spcAft>
                          <a:spcPts val="1000"/>
                        </a:spcAft>
                      </a:pPr>
                      <a:r>
                        <a:rPr lang="en-GB" sz="800" b="1" dirty="0">
                          <a:effectLst/>
                          <a:latin typeface="Calibri" panose="020F0502020204030204" pitchFamily="34" charset="0"/>
                        </a:rPr>
                        <a:t>Function Name</a:t>
                      </a:r>
                      <a:endParaRPr lang="en-GB" sz="800" b="1" dirty="0">
                        <a:effectLst/>
                        <a:latin typeface="Calibri" panose="020F0502020204030204" pitchFamily="34" charset="0"/>
                        <a:ea typeface="Calibri"/>
                        <a:cs typeface="Times New Roman"/>
                      </a:endParaRPr>
                    </a:p>
                  </a:txBody>
                  <a:tcPr marL="40660" marR="40660" marT="0" marB="0">
                    <a:solidFill>
                      <a:schemeClr val="bg2"/>
                    </a:solidFill>
                  </a:tcPr>
                </a:tc>
                <a:tc>
                  <a:txBody>
                    <a:bodyPr/>
                    <a:lstStyle/>
                    <a:p>
                      <a:pPr>
                        <a:lnSpc>
                          <a:spcPct val="115000"/>
                        </a:lnSpc>
                        <a:spcAft>
                          <a:spcPts val="1000"/>
                        </a:spcAft>
                      </a:pPr>
                      <a:r>
                        <a:rPr lang="en-GB" sz="800" b="1" dirty="0">
                          <a:effectLst/>
                          <a:latin typeface="Calibri" panose="020F0502020204030204" pitchFamily="34" charset="0"/>
                        </a:rPr>
                        <a:t>FBS ID</a:t>
                      </a:r>
                      <a:endParaRPr lang="en-GB" sz="800" b="1" dirty="0">
                        <a:effectLst/>
                        <a:latin typeface="Calibri" panose="020F0502020204030204" pitchFamily="34" charset="0"/>
                        <a:ea typeface="Calibri"/>
                        <a:cs typeface="Times New Roman"/>
                      </a:endParaRPr>
                    </a:p>
                  </a:txBody>
                  <a:tcPr marL="40660" marR="40660" marT="0" marB="0">
                    <a:solidFill>
                      <a:schemeClr val="bg2"/>
                    </a:solidFill>
                  </a:tcPr>
                </a:tc>
                <a:tc>
                  <a:txBody>
                    <a:bodyPr/>
                    <a:lstStyle/>
                    <a:p>
                      <a:pPr>
                        <a:lnSpc>
                          <a:spcPct val="115000"/>
                        </a:lnSpc>
                        <a:spcAft>
                          <a:spcPts val="1000"/>
                        </a:spcAft>
                      </a:pPr>
                      <a:r>
                        <a:rPr lang="en-GB" sz="800" b="1" dirty="0">
                          <a:effectLst/>
                          <a:latin typeface="Calibri" panose="020F0502020204030204" pitchFamily="34" charset="0"/>
                        </a:rPr>
                        <a:t>Function Code</a:t>
                      </a:r>
                      <a:endParaRPr lang="en-GB" sz="800" b="1" dirty="0">
                        <a:effectLst/>
                        <a:latin typeface="Calibri" panose="020F0502020204030204" pitchFamily="34" charset="0"/>
                        <a:ea typeface="Calibri"/>
                        <a:cs typeface="Times New Roman"/>
                      </a:endParaRPr>
                    </a:p>
                  </a:txBody>
                  <a:tcPr marL="40660" marR="40660" marT="0" marB="0">
                    <a:solidFill>
                      <a:schemeClr val="bg2"/>
                    </a:solidFill>
                  </a:tcPr>
                </a:tc>
                <a:tc>
                  <a:txBody>
                    <a:bodyPr/>
                    <a:lstStyle/>
                    <a:p>
                      <a:pPr>
                        <a:lnSpc>
                          <a:spcPct val="115000"/>
                        </a:lnSpc>
                        <a:spcAft>
                          <a:spcPts val="1000"/>
                        </a:spcAft>
                      </a:pPr>
                      <a:r>
                        <a:rPr lang="en-GB" sz="800" b="1" dirty="0">
                          <a:effectLst/>
                          <a:latin typeface="Calibri" panose="020F0502020204030204" pitchFamily="34" charset="0"/>
                        </a:rPr>
                        <a:t>Description</a:t>
                      </a:r>
                      <a:endParaRPr lang="en-GB" sz="800" b="1" dirty="0">
                        <a:effectLst/>
                        <a:latin typeface="Calibri" panose="020F0502020204030204" pitchFamily="34" charset="0"/>
                        <a:ea typeface="Calibri"/>
                        <a:cs typeface="Times New Roman"/>
                      </a:endParaRPr>
                    </a:p>
                  </a:txBody>
                  <a:tcPr marL="40660" marR="40660" marT="0" marB="0">
                    <a:solidFill>
                      <a:schemeClr val="bg2"/>
                    </a:solidFill>
                  </a:tcPr>
                </a:tc>
                <a:extLst>
                  <a:ext uri="{0D108BD9-81ED-4DB2-BD59-A6C34878D82A}">
                    <a16:rowId xmlns:a16="http://schemas.microsoft.com/office/drawing/2014/main" val="10000"/>
                  </a:ext>
                </a:extLst>
              </a:tr>
              <a:tr h="669291">
                <a:tc>
                  <a:txBody>
                    <a:bodyPr/>
                    <a:lstStyle/>
                    <a:p>
                      <a:pPr>
                        <a:lnSpc>
                          <a:spcPct val="115000"/>
                        </a:lnSpc>
                        <a:spcAft>
                          <a:spcPts val="1000"/>
                        </a:spcAft>
                      </a:pPr>
                      <a:r>
                        <a:rPr lang="en-GB" sz="800" dirty="0">
                          <a:effectLst/>
                          <a:latin typeface="Calibri" panose="020F0502020204030204" pitchFamily="34" charset="0"/>
                        </a:rPr>
                        <a:t> Measurement </a:t>
                      </a:r>
                      <a:endParaRPr lang="en-GB" sz="800" dirty="0">
                        <a:effectLst/>
                        <a:latin typeface="Calibri" panose="020F0502020204030204" pitchFamily="34" charset="0"/>
                        <a:ea typeface="Calibri"/>
                        <a:cs typeface="Times New Roman"/>
                      </a:endParaRPr>
                    </a:p>
                  </a:txBody>
                  <a:tcPr marL="40660" marR="40660" marT="0" marB="0">
                    <a:solidFill>
                      <a:srgbClr val="CCECFF"/>
                    </a:solidFill>
                  </a:tcPr>
                </a:tc>
                <a:tc>
                  <a:txBody>
                    <a:bodyPr/>
                    <a:lstStyle/>
                    <a:p>
                      <a:pPr>
                        <a:lnSpc>
                          <a:spcPct val="115000"/>
                        </a:lnSpc>
                        <a:spcAft>
                          <a:spcPts val="1000"/>
                        </a:spcAft>
                      </a:pPr>
                      <a:r>
                        <a:rPr lang="en-GB" sz="800" dirty="0">
                          <a:effectLst/>
                          <a:latin typeface="Calibri" panose="020F0502020204030204" pitchFamily="34" charset="0"/>
                        </a:rPr>
                        <a:t>0401</a:t>
                      </a:r>
                      <a:endParaRPr lang="en-GB" sz="800" dirty="0">
                        <a:effectLst/>
                        <a:latin typeface="Calibri" panose="020F0502020204030204" pitchFamily="34" charset="0"/>
                        <a:ea typeface="Calibri"/>
                        <a:cs typeface="Times New Roman"/>
                      </a:endParaRPr>
                    </a:p>
                  </a:txBody>
                  <a:tcPr marL="40660" marR="40660" marT="0" marB="0">
                    <a:solidFill>
                      <a:srgbClr val="CCECFF"/>
                    </a:solidFill>
                  </a:tcPr>
                </a:tc>
                <a:tc>
                  <a:txBody>
                    <a:bodyPr/>
                    <a:lstStyle/>
                    <a:p>
                      <a:pPr>
                        <a:lnSpc>
                          <a:spcPct val="115000"/>
                        </a:lnSpc>
                        <a:spcAft>
                          <a:spcPts val="1000"/>
                        </a:spcAft>
                      </a:pPr>
                      <a:r>
                        <a:rPr lang="en-GB" sz="800" dirty="0">
                          <a:effectLst/>
                          <a:latin typeface="Calibri" panose="020F0502020204030204" pitchFamily="34" charset="0"/>
                        </a:rPr>
                        <a:t>ME</a:t>
                      </a:r>
                      <a:endParaRPr lang="en-GB" sz="800" dirty="0">
                        <a:effectLst/>
                        <a:latin typeface="Calibri" panose="020F0502020204030204" pitchFamily="34" charset="0"/>
                        <a:ea typeface="Calibri"/>
                        <a:cs typeface="Times New Roman"/>
                      </a:endParaRPr>
                    </a:p>
                  </a:txBody>
                  <a:tcPr marL="40660" marR="40660" marT="0" marB="0">
                    <a:solidFill>
                      <a:srgbClr val="CCECFF"/>
                    </a:solidFill>
                  </a:tcPr>
                </a:tc>
                <a:tc>
                  <a:txBody>
                    <a:bodyPr/>
                    <a:lstStyle/>
                    <a:p>
                      <a:pPr>
                        <a:lnSpc>
                          <a:spcPct val="115000"/>
                        </a:lnSpc>
                        <a:spcAft>
                          <a:spcPts val="1000"/>
                        </a:spcAft>
                      </a:pPr>
                      <a:r>
                        <a:rPr lang="en-GB" sz="800">
                          <a:effectLst/>
                          <a:latin typeface="Calibri" panose="020F0502020204030204" pitchFamily="34" charset="0"/>
                        </a:rPr>
                        <a:t>The measurement of temperature of the port plug is the essential parameter to be measured for the UPP#18 diagnostics. This function will convert raw data to measurement data (Temperature). This function also measure temperature error.</a:t>
                      </a:r>
                      <a:endParaRPr lang="en-GB" sz="800">
                        <a:effectLst/>
                        <a:latin typeface="Calibri" panose="020F0502020204030204" pitchFamily="34" charset="0"/>
                        <a:ea typeface="Calibri"/>
                        <a:cs typeface="Times New Roman"/>
                      </a:endParaRPr>
                    </a:p>
                  </a:txBody>
                  <a:tcPr marL="40660" marR="40660" marT="0" marB="0">
                    <a:solidFill>
                      <a:srgbClr val="CCECFF"/>
                    </a:solidFill>
                  </a:tcPr>
                </a:tc>
                <a:extLst>
                  <a:ext uri="{0D108BD9-81ED-4DB2-BD59-A6C34878D82A}">
                    <a16:rowId xmlns:a16="http://schemas.microsoft.com/office/drawing/2014/main" val="10001"/>
                  </a:ext>
                </a:extLst>
              </a:tr>
              <a:tr h="311568">
                <a:tc>
                  <a:txBody>
                    <a:bodyPr/>
                    <a:lstStyle/>
                    <a:p>
                      <a:pPr>
                        <a:lnSpc>
                          <a:spcPct val="115000"/>
                        </a:lnSpc>
                        <a:spcAft>
                          <a:spcPts val="1000"/>
                        </a:spcAft>
                      </a:pPr>
                      <a:r>
                        <a:rPr lang="en-GB" sz="800" dirty="0">
                          <a:effectLst/>
                          <a:latin typeface="Calibri" panose="020F0502020204030204" pitchFamily="34" charset="0"/>
                        </a:rPr>
                        <a:t> Control </a:t>
                      </a:r>
                      <a:endParaRPr lang="en-GB" sz="800" dirty="0">
                        <a:effectLst/>
                        <a:latin typeface="Calibri" panose="020F0502020204030204" pitchFamily="34" charset="0"/>
                        <a:ea typeface="Calibri"/>
                        <a:cs typeface="Times New Roman"/>
                      </a:endParaRPr>
                    </a:p>
                  </a:txBody>
                  <a:tcPr marL="40660" marR="40660" marT="0" marB="0">
                    <a:solidFill>
                      <a:srgbClr val="CCECFF"/>
                    </a:solidFill>
                  </a:tcPr>
                </a:tc>
                <a:tc>
                  <a:txBody>
                    <a:bodyPr/>
                    <a:lstStyle/>
                    <a:p>
                      <a:pPr>
                        <a:lnSpc>
                          <a:spcPct val="115000"/>
                        </a:lnSpc>
                        <a:spcAft>
                          <a:spcPts val="1000"/>
                        </a:spcAft>
                      </a:pPr>
                      <a:r>
                        <a:rPr lang="en-GB" sz="800" dirty="0">
                          <a:effectLst/>
                          <a:latin typeface="Calibri" panose="020F0502020204030204" pitchFamily="34" charset="0"/>
                        </a:rPr>
                        <a:t>0402</a:t>
                      </a:r>
                      <a:endParaRPr lang="en-GB" sz="800" dirty="0">
                        <a:effectLst/>
                        <a:latin typeface="Calibri" panose="020F0502020204030204" pitchFamily="34" charset="0"/>
                        <a:ea typeface="Calibri"/>
                        <a:cs typeface="Times New Roman"/>
                      </a:endParaRPr>
                    </a:p>
                  </a:txBody>
                  <a:tcPr marL="40660" marR="40660" marT="0" marB="0">
                    <a:solidFill>
                      <a:srgbClr val="CCECFF"/>
                    </a:solidFill>
                  </a:tcPr>
                </a:tc>
                <a:tc>
                  <a:txBody>
                    <a:bodyPr/>
                    <a:lstStyle/>
                    <a:p>
                      <a:pPr>
                        <a:lnSpc>
                          <a:spcPct val="115000"/>
                        </a:lnSpc>
                        <a:spcAft>
                          <a:spcPts val="1000"/>
                        </a:spcAft>
                      </a:pPr>
                      <a:r>
                        <a:rPr lang="en-GB" sz="800" dirty="0">
                          <a:effectLst/>
                          <a:latin typeface="Calibri" panose="020F0502020204030204" pitchFamily="34" charset="0"/>
                        </a:rPr>
                        <a:t>CL</a:t>
                      </a:r>
                      <a:endParaRPr lang="en-GB" sz="800" dirty="0">
                        <a:effectLst/>
                        <a:latin typeface="Calibri" panose="020F0502020204030204" pitchFamily="34" charset="0"/>
                        <a:ea typeface="Calibri"/>
                        <a:cs typeface="Times New Roman"/>
                      </a:endParaRPr>
                    </a:p>
                  </a:txBody>
                  <a:tcPr marL="40660" marR="40660" marT="0" marB="0">
                    <a:solidFill>
                      <a:srgbClr val="CCECFF"/>
                    </a:solidFill>
                  </a:tcPr>
                </a:tc>
                <a:tc>
                  <a:txBody>
                    <a:bodyPr/>
                    <a:lstStyle/>
                    <a:p>
                      <a:pPr>
                        <a:lnSpc>
                          <a:spcPct val="115000"/>
                        </a:lnSpc>
                        <a:spcAft>
                          <a:spcPts val="1000"/>
                        </a:spcAft>
                      </a:pPr>
                      <a:r>
                        <a:rPr lang="en-GB" sz="800" dirty="0">
                          <a:effectLst/>
                          <a:latin typeface="Calibri" panose="020F0502020204030204" pitchFamily="34" charset="0"/>
                        </a:rPr>
                        <a:t>The temperature of the port plug is to be controlled by the electric heater.</a:t>
                      </a:r>
                      <a:endParaRPr lang="en-GB" sz="800" dirty="0">
                        <a:effectLst/>
                        <a:latin typeface="Calibri" panose="020F0502020204030204" pitchFamily="34" charset="0"/>
                        <a:ea typeface="Calibri"/>
                        <a:cs typeface="Times New Roman"/>
                      </a:endParaRPr>
                    </a:p>
                  </a:txBody>
                  <a:tcPr marL="40660" marR="40660" marT="0" marB="0">
                    <a:solidFill>
                      <a:srgbClr val="CCECFF"/>
                    </a:solidFill>
                  </a:tcPr>
                </a:tc>
                <a:extLst>
                  <a:ext uri="{0D108BD9-81ED-4DB2-BD59-A6C34878D82A}">
                    <a16:rowId xmlns:a16="http://schemas.microsoft.com/office/drawing/2014/main" val="10002"/>
                  </a:ext>
                </a:extLst>
              </a:tr>
              <a:tr h="701029">
                <a:tc>
                  <a:txBody>
                    <a:bodyPr/>
                    <a:lstStyle/>
                    <a:p>
                      <a:pPr>
                        <a:lnSpc>
                          <a:spcPct val="115000"/>
                        </a:lnSpc>
                        <a:spcAft>
                          <a:spcPts val="1000"/>
                        </a:spcAft>
                      </a:pPr>
                      <a:r>
                        <a:rPr lang="en-GB" sz="800">
                          <a:effectLst/>
                          <a:latin typeface="Calibri" panose="020F0502020204030204" pitchFamily="34" charset="0"/>
                        </a:rPr>
                        <a:t> Alarm </a:t>
                      </a:r>
                      <a:endParaRPr lang="en-GB" sz="800">
                        <a:effectLst/>
                        <a:latin typeface="Calibri" panose="020F0502020204030204" pitchFamily="34" charset="0"/>
                        <a:ea typeface="Calibri"/>
                        <a:cs typeface="Times New Roman"/>
                      </a:endParaRPr>
                    </a:p>
                  </a:txBody>
                  <a:tcPr marL="40660" marR="40660" marT="0" marB="0">
                    <a:solidFill>
                      <a:srgbClr val="CCECFF"/>
                    </a:solidFill>
                  </a:tcPr>
                </a:tc>
                <a:tc>
                  <a:txBody>
                    <a:bodyPr/>
                    <a:lstStyle/>
                    <a:p>
                      <a:pPr>
                        <a:lnSpc>
                          <a:spcPct val="115000"/>
                        </a:lnSpc>
                        <a:spcAft>
                          <a:spcPts val="1000"/>
                        </a:spcAft>
                      </a:pPr>
                      <a:r>
                        <a:rPr lang="en-GB" sz="800">
                          <a:effectLst/>
                          <a:latin typeface="Calibri" panose="020F0502020204030204" pitchFamily="34" charset="0"/>
                        </a:rPr>
                        <a:t>0403</a:t>
                      </a:r>
                      <a:endParaRPr lang="en-GB" sz="800">
                        <a:effectLst/>
                        <a:latin typeface="Calibri" panose="020F0502020204030204" pitchFamily="34" charset="0"/>
                        <a:ea typeface="Calibri"/>
                        <a:cs typeface="Times New Roman"/>
                      </a:endParaRPr>
                    </a:p>
                  </a:txBody>
                  <a:tcPr marL="40660" marR="40660" marT="0" marB="0">
                    <a:solidFill>
                      <a:srgbClr val="CCECFF"/>
                    </a:solidFill>
                  </a:tcPr>
                </a:tc>
                <a:tc>
                  <a:txBody>
                    <a:bodyPr/>
                    <a:lstStyle/>
                    <a:p>
                      <a:pPr>
                        <a:lnSpc>
                          <a:spcPct val="115000"/>
                        </a:lnSpc>
                        <a:spcAft>
                          <a:spcPts val="1000"/>
                        </a:spcAft>
                      </a:pPr>
                      <a:r>
                        <a:rPr lang="en-GB" sz="800" dirty="0">
                          <a:effectLst/>
                          <a:latin typeface="Calibri" panose="020F0502020204030204" pitchFamily="34" charset="0"/>
                        </a:rPr>
                        <a:t>AL</a:t>
                      </a:r>
                      <a:endParaRPr lang="en-GB" sz="800" dirty="0">
                        <a:effectLst/>
                        <a:latin typeface="Calibri" panose="020F0502020204030204" pitchFamily="34" charset="0"/>
                        <a:ea typeface="Calibri"/>
                        <a:cs typeface="Times New Roman"/>
                      </a:endParaRPr>
                    </a:p>
                  </a:txBody>
                  <a:tcPr marL="40660" marR="40660" marT="0" marB="0">
                    <a:solidFill>
                      <a:srgbClr val="CCECFF"/>
                    </a:solidFill>
                  </a:tcPr>
                </a:tc>
                <a:tc>
                  <a:txBody>
                    <a:bodyPr/>
                    <a:lstStyle/>
                    <a:p>
                      <a:pPr>
                        <a:lnSpc>
                          <a:spcPct val="115000"/>
                        </a:lnSpc>
                        <a:spcAft>
                          <a:spcPts val="1000"/>
                        </a:spcAft>
                      </a:pPr>
                      <a:r>
                        <a:rPr lang="en-GB" sz="800" dirty="0">
                          <a:effectLst/>
                          <a:latin typeface="Calibri" panose="020F0502020204030204" pitchFamily="34" charset="0"/>
                        </a:rPr>
                        <a:t>When the temperature of a part of the port plug is more than the set point temperature, then the condition of overheating arises. When overheating occurs alarm will be generated. This function will configure and monitor alarms. </a:t>
                      </a:r>
                      <a:endParaRPr lang="en-GB" sz="800" dirty="0">
                        <a:effectLst/>
                        <a:latin typeface="Calibri" panose="020F0502020204030204" pitchFamily="34" charset="0"/>
                        <a:ea typeface="Calibri"/>
                        <a:cs typeface="Times New Roman"/>
                      </a:endParaRPr>
                    </a:p>
                  </a:txBody>
                  <a:tcPr marL="40660" marR="40660" marT="0" marB="0">
                    <a:solidFill>
                      <a:srgbClr val="CCECFF"/>
                    </a:solidFill>
                  </a:tcPr>
                </a:tc>
                <a:extLst>
                  <a:ext uri="{0D108BD9-81ED-4DB2-BD59-A6C34878D82A}">
                    <a16:rowId xmlns:a16="http://schemas.microsoft.com/office/drawing/2014/main" val="10003"/>
                  </a:ext>
                </a:extLst>
              </a:tr>
              <a:tr h="467352">
                <a:tc>
                  <a:txBody>
                    <a:bodyPr/>
                    <a:lstStyle/>
                    <a:p>
                      <a:pPr>
                        <a:lnSpc>
                          <a:spcPct val="115000"/>
                        </a:lnSpc>
                        <a:spcAft>
                          <a:spcPts val="1000"/>
                        </a:spcAft>
                      </a:pPr>
                      <a:r>
                        <a:rPr lang="en-GB" sz="800">
                          <a:effectLst/>
                          <a:latin typeface="Calibri" panose="020F0502020204030204" pitchFamily="34" charset="0"/>
                        </a:rPr>
                        <a:t> Calibrate </a:t>
                      </a:r>
                      <a:endParaRPr lang="en-GB" sz="800">
                        <a:effectLst/>
                        <a:latin typeface="Calibri" panose="020F0502020204030204" pitchFamily="34" charset="0"/>
                        <a:ea typeface="Calibri"/>
                        <a:cs typeface="Times New Roman"/>
                      </a:endParaRPr>
                    </a:p>
                  </a:txBody>
                  <a:tcPr marL="40660" marR="40660" marT="0" marB="0">
                    <a:solidFill>
                      <a:srgbClr val="CCECFF"/>
                    </a:solidFill>
                  </a:tcPr>
                </a:tc>
                <a:tc>
                  <a:txBody>
                    <a:bodyPr/>
                    <a:lstStyle/>
                    <a:p>
                      <a:pPr>
                        <a:lnSpc>
                          <a:spcPct val="115000"/>
                        </a:lnSpc>
                        <a:spcAft>
                          <a:spcPts val="1000"/>
                        </a:spcAft>
                      </a:pPr>
                      <a:r>
                        <a:rPr lang="en-GB" sz="800">
                          <a:effectLst/>
                          <a:latin typeface="Calibri" panose="020F0502020204030204" pitchFamily="34" charset="0"/>
                        </a:rPr>
                        <a:t>0404</a:t>
                      </a:r>
                      <a:endParaRPr lang="en-GB" sz="800">
                        <a:effectLst/>
                        <a:latin typeface="Calibri" panose="020F0502020204030204" pitchFamily="34" charset="0"/>
                        <a:ea typeface="Calibri"/>
                        <a:cs typeface="Times New Roman"/>
                      </a:endParaRPr>
                    </a:p>
                  </a:txBody>
                  <a:tcPr marL="40660" marR="40660" marT="0" marB="0">
                    <a:solidFill>
                      <a:srgbClr val="CCECFF"/>
                    </a:solidFill>
                  </a:tcPr>
                </a:tc>
                <a:tc>
                  <a:txBody>
                    <a:bodyPr/>
                    <a:lstStyle/>
                    <a:p>
                      <a:pPr>
                        <a:lnSpc>
                          <a:spcPct val="115000"/>
                        </a:lnSpc>
                        <a:spcAft>
                          <a:spcPts val="1000"/>
                        </a:spcAft>
                      </a:pPr>
                      <a:r>
                        <a:rPr lang="en-GB" sz="800">
                          <a:effectLst/>
                          <a:latin typeface="Calibri" panose="020F0502020204030204" pitchFamily="34" charset="0"/>
                        </a:rPr>
                        <a:t>CB</a:t>
                      </a:r>
                      <a:endParaRPr lang="en-GB" sz="800">
                        <a:effectLst/>
                        <a:latin typeface="Calibri" panose="020F0502020204030204" pitchFamily="34" charset="0"/>
                        <a:ea typeface="Calibri"/>
                        <a:cs typeface="Times New Roman"/>
                      </a:endParaRPr>
                    </a:p>
                  </a:txBody>
                  <a:tcPr marL="40660" marR="40660" marT="0" marB="0">
                    <a:solidFill>
                      <a:srgbClr val="CCECFF"/>
                    </a:solidFill>
                  </a:tcPr>
                </a:tc>
                <a:tc>
                  <a:txBody>
                    <a:bodyPr/>
                    <a:lstStyle/>
                    <a:p>
                      <a:pPr>
                        <a:lnSpc>
                          <a:spcPct val="115000"/>
                        </a:lnSpc>
                        <a:spcAft>
                          <a:spcPts val="1000"/>
                        </a:spcAft>
                      </a:pPr>
                      <a:r>
                        <a:rPr lang="en-GB" sz="800" dirty="0">
                          <a:effectLst/>
                          <a:latin typeface="Calibri" panose="020F0502020204030204" pitchFamily="34" charset="0"/>
                        </a:rPr>
                        <a:t>Calibration for Upper port plug 18 - This function will be used to calibrate thermocouple signal to get accurate temperature.</a:t>
                      </a:r>
                      <a:endParaRPr lang="en-GB" sz="800" dirty="0">
                        <a:effectLst/>
                        <a:latin typeface="Calibri" panose="020F0502020204030204" pitchFamily="34" charset="0"/>
                        <a:ea typeface="Calibri"/>
                        <a:cs typeface="Times New Roman"/>
                      </a:endParaRPr>
                    </a:p>
                  </a:txBody>
                  <a:tcPr marL="40660" marR="40660" marT="0" marB="0">
                    <a:solidFill>
                      <a:srgbClr val="CCECFF"/>
                    </a:solidFill>
                  </a:tcPr>
                </a:tc>
                <a:extLst>
                  <a:ext uri="{0D108BD9-81ED-4DB2-BD59-A6C34878D82A}">
                    <a16:rowId xmlns:a16="http://schemas.microsoft.com/office/drawing/2014/main" val="10004"/>
                  </a:ext>
                </a:extLst>
              </a:tr>
              <a:tr h="618200">
                <a:tc>
                  <a:txBody>
                    <a:bodyPr/>
                    <a:lstStyle/>
                    <a:p>
                      <a:pPr>
                        <a:lnSpc>
                          <a:spcPct val="115000"/>
                        </a:lnSpc>
                        <a:spcAft>
                          <a:spcPts val="1000"/>
                        </a:spcAft>
                      </a:pPr>
                      <a:r>
                        <a:rPr lang="en-GB" sz="800" dirty="0">
                          <a:effectLst/>
                          <a:latin typeface="Calibri" panose="020F0502020204030204" pitchFamily="34" charset="0"/>
                        </a:rPr>
                        <a:t> Analysis </a:t>
                      </a:r>
                      <a:endParaRPr lang="en-GB" sz="800" dirty="0">
                        <a:effectLst/>
                        <a:latin typeface="Calibri" panose="020F0502020204030204" pitchFamily="34" charset="0"/>
                        <a:ea typeface="Calibri"/>
                        <a:cs typeface="Times New Roman"/>
                      </a:endParaRPr>
                    </a:p>
                  </a:txBody>
                  <a:tcPr marL="40660" marR="40660" marT="0" marB="0">
                    <a:solidFill>
                      <a:srgbClr val="CCECFF"/>
                    </a:solidFill>
                  </a:tcPr>
                </a:tc>
                <a:tc>
                  <a:txBody>
                    <a:bodyPr/>
                    <a:lstStyle/>
                    <a:p>
                      <a:pPr>
                        <a:lnSpc>
                          <a:spcPct val="115000"/>
                        </a:lnSpc>
                        <a:spcAft>
                          <a:spcPts val="1000"/>
                        </a:spcAft>
                      </a:pPr>
                      <a:r>
                        <a:rPr lang="en-GB" sz="800">
                          <a:effectLst/>
                          <a:latin typeface="Calibri" panose="020F0502020204030204" pitchFamily="34" charset="0"/>
                        </a:rPr>
                        <a:t>0406</a:t>
                      </a:r>
                      <a:endParaRPr lang="en-GB" sz="800">
                        <a:effectLst/>
                        <a:latin typeface="Calibri" panose="020F0502020204030204" pitchFamily="34" charset="0"/>
                        <a:ea typeface="Calibri"/>
                        <a:cs typeface="Times New Roman"/>
                      </a:endParaRPr>
                    </a:p>
                  </a:txBody>
                  <a:tcPr marL="40660" marR="40660" marT="0" marB="0">
                    <a:solidFill>
                      <a:srgbClr val="CCECFF"/>
                    </a:solidFill>
                  </a:tcPr>
                </a:tc>
                <a:tc>
                  <a:txBody>
                    <a:bodyPr/>
                    <a:lstStyle/>
                    <a:p>
                      <a:pPr>
                        <a:lnSpc>
                          <a:spcPct val="115000"/>
                        </a:lnSpc>
                        <a:spcAft>
                          <a:spcPts val="1000"/>
                        </a:spcAft>
                      </a:pPr>
                      <a:r>
                        <a:rPr lang="en-GB" sz="800">
                          <a:effectLst/>
                          <a:latin typeface="Calibri" panose="020F0502020204030204" pitchFamily="34" charset="0"/>
                        </a:rPr>
                        <a:t>AN</a:t>
                      </a:r>
                      <a:endParaRPr lang="en-GB" sz="800">
                        <a:effectLst/>
                        <a:latin typeface="Calibri" panose="020F0502020204030204" pitchFamily="34" charset="0"/>
                        <a:ea typeface="Calibri"/>
                        <a:cs typeface="Times New Roman"/>
                      </a:endParaRPr>
                    </a:p>
                  </a:txBody>
                  <a:tcPr marL="40660" marR="40660" marT="0" marB="0">
                    <a:solidFill>
                      <a:srgbClr val="CCECFF"/>
                    </a:solidFill>
                  </a:tcPr>
                </a:tc>
                <a:tc>
                  <a:txBody>
                    <a:bodyPr/>
                    <a:lstStyle/>
                    <a:p>
                      <a:pPr>
                        <a:lnSpc>
                          <a:spcPct val="115000"/>
                        </a:lnSpc>
                        <a:spcAft>
                          <a:spcPts val="1000"/>
                        </a:spcAft>
                      </a:pPr>
                      <a:r>
                        <a:rPr lang="en-GB" sz="800" dirty="0">
                          <a:effectLst/>
                          <a:latin typeface="Calibri" panose="020F0502020204030204" pitchFamily="34" charset="0"/>
                        </a:rPr>
                        <a:t>In this function temperature analysis will be done. Following analysis will be done :  Calculate RMS temperature value, minimum, maximum temperature etc.</a:t>
                      </a:r>
                      <a:endParaRPr lang="en-GB" sz="800" dirty="0">
                        <a:effectLst/>
                        <a:latin typeface="Calibri" panose="020F0502020204030204" pitchFamily="34" charset="0"/>
                        <a:ea typeface="Calibri"/>
                        <a:cs typeface="Times New Roman"/>
                      </a:endParaRPr>
                    </a:p>
                  </a:txBody>
                  <a:tcPr marL="40660" marR="40660" marT="0" marB="0">
                    <a:solidFill>
                      <a:srgbClr val="CCECFF"/>
                    </a:solidFill>
                  </a:tcPr>
                </a:tc>
                <a:extLst>
                  <a:ext uri="{0D108BD9-81ED-4DB2-BD59-A6C34878D82A}">
                    <a16:rowId xmlns:a16="http://schemas.microsoft.com/office/drawing/2014/main" val="10005"/>
                  </a:ext>
                </a:extLst>
              </a:tr>
            </a:tbl>
          </a:graphicData>
        </a:graphic>
      </p:graphicFrame>
      <p:sp>
        <p:nvSpPr>
          <p:cNvPr id="4" name="TextBox 3">
            <a:extLst>
              <a:ext uri="{FF2B5EF4-FFF2-40B4-BE49-F238E27FC236}">
                <a16:creationId xmlns:a16="http://schemas.microsoft.com/office/drawing/2014/main" id="{8F29D28C-3F63-5D46-8DA9-216C7BDFBC2C}"/>
              </a:ext>
            </a:extLst>
          </p:cNvPr>
          <p:cNvSpPr txBox="1"/>
          <p:nvPr/>
        </p:nvSpPr>
        <p:spPr>
          <a:xfrm>
            <a:off x="8616280" y="6453336"/>
            <a:ext cx="3240360" cy="369332"/>
          </a:xfrm>
          <a:prstGeom prst="rect">
            <a:avLst/>
          </a:prstGeom>
          <a:noFill/>
        </p:spPr>
        <p:txBody>
          <a:bodyPr wrap="square" rtlCol="0">
            <a:spAutoFit/>
          </a:bodyPr>
          <a:lstStyle/>
          <a:p>
            <a:r>
              <a:rPr lang="en-US" dirty="0"/>
              <a:t>from </a:t>
            </a:r>
            <a:r>
              <a:rPr lang="en-US" dirty="0" err="1"/>
              <a:t>S.Simrock’s</a:t>
            </a:r>
            <a:r>
              <a:rPr lang="en-US" dirty="0"/>
              <a:t> presentation</a:t>
            </a:r>
            <a:endParaRPr lang="ru-RU" dirty="0"/>
          </a:p>
        </p:txBody>
      </p:sp>
    </p:spTree>
    <p:extLst>
      <p:ext uri="{BB962C8B-B14F-4D97-AF65-F5344CB8AC3E}">
        <p14:creationId xmlns:p14="http://schemas.microsoft.com/office/powerpoint/2010/main" val="14809372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spect="1" noChangeArrowheads="1"/>
          </p:cNvSpPr>
          <p:nvPr>
            <p:ph type="title"/>
          </p:nvPr>
        </p:nvSpPr>
        <p:spPr>
          <a:xfrm>
            <a:off x="1524000" y="115888"/>
            <a:ext cx="9144000" cy="476250"/>
          </a:xfrm>
          <a:ln>
            <a:miter lim="800000"/>
            <a:headEnd/>
            <a:tailEnd/>
          </a:ln>
        </p:spPr>
        <p:txBody>
          <a:bodyPr/>
          <a:lstStyle/>
          <a:p>
            <a:pPr eaLnBrk="1" hangingPunct="1">
              <a:defRPr/>
            </a:pPr>
            <a:r>
              <a:rPr lang="en-US" sz="3600" kern="1200" dirty="0">
                <a:solidFill>
                  <a:schemeClr val="tx1"/>
                </a:solidFill>
                <a:ea typeface="+mn-ea"/>
                <a:cs typeface="Arial" charset="0"/>
              </a:rPr>
              <a:t>Functional Analysis (variable definition)</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1585" y="714779"/>
            <a:ext cx="3305175"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4" name="Table 3"/>
          <p:cNvGraphicFramePr>
            <a:graphicFrameLocks noGrp="1"/>
          </p:cNvGraphicFramePr>
          <p:nvPr>
            <p:extLst/>
          </p:nvPr>
        </p:nvGraphicFramePr>
        <p:xfrm>
          <a:off x="1631504" y="2410966"/>
          <a:ext cx="4447230" cy="1234059"/>
        </p:xfrm>
        <a:graphic>
          <a:graphicData uri="http://schemas.openxmlformats.org/drawingml/2006/table">
            <a:tbl>
              <a:tblPr>
                <a:tableStyleId>{5940675A-B579-460E-94D1-54222C63F5DA}</a:tableStyleId>
              </a:tblPr>
              <a:tblGrid>
                <a:gridCol w="792088">
                  <a:extLst>
                    <a:ext uri="{9D8B030D-6E8A-4147-A177-3AD203B41FA5}">
                      <a16:colId xmlns:a16="http://schemas.microsoft.com/office/drawing/2014/main" val="20000"/>
                    </a:ext>
                  </a:extLst>
                </a:gridCol>
                <a:gridCol w="986803">
                  <a:extLst>
                    <a:ext uri="{9D8B030D-6E8A-4147-A177-3AD203B41FA5}">
                      <a16:colId xmlns:a16="http://schemas.microsoft.com/office/drawing/2014/main" val="20001"/>
                    </a:ext>
                  </a:extLst>
                </a:gridCol>
                <a:gridCol w="1334169">
                  <a:extLst>
                    <a:ext uri="{9D8B030D-6E8A-4147-A177-3AD203B41FA5}">
                      <a16:colId xmlns:a16="http://schemas.microsoft.com/office/drawing/2014/main" val="20002"/>
                    </a:ext>
                  </a:extLst>
                </a:gridCol>
                <a:gridCol w="703364">
                  <a:extLst>
                    <a:ext uri="{9D8B030D-6E8A-4147-A177-3AD203B41FA5}">
                      <a16:colId xmlns:a16="http://schemas.microsoft.com/office/drawing/2014/main" val="20003"/>
                    </a:ext>
                  </a:extLst>
                </a:gridCol>
                <a:gridCol w="630806">
                  <a:extLst>
                    <a:ext uri="{9D8B030D-6E8A-4147-A177-3AD203B41FA5}">
                      <a16:colId xmlns:a16="http://schemas.microsoft.com/office/drawing/2014/main" val="20004"/>
                    </a:ext>
                  </a:extLst>
                </a:gridCol>
              </a:tblGrid>
              <a:tr h="0">
                <a:tc>
                  <a:txBody>
                    <a:bodyPr/>
                    <a:lstStyle/>
                    <a:p>
                      <a:pPr>
                        <a:lnSpc>
                          <a:spcPct val="115000"/>
                        </a:lnSpc>
                        <a:spcAft>
                          <a:spcPts val="1000"/>
                        </a:spcAft>
                      </a:pPr>
                      <a:r>
                        <a:rPr lang="en-GB" sz="900" b="1" dirty="0">
                          <a:effectLst/>
                          <a:latin typeface="Calibri" panose="020F0502020204030204" pitchFamily="34" charset="0"/>
                        </a:rPr>
                        <a:t>Ref ID</a:t>
                      </a:r>
                      <a:endParaRPr lang="en-GB" sz="900" b="1" dirty="0">
                        <a:effectLst/>
                        <a:latin typeface="Calibri" panose="020F0502020204030204" pitchFamily="34" charset="0"/>
                        <a:ea typeface="Calibri"/>
                        <a:cs typeface="Times New Roman"/>
                      </a:endParaRPr>
                    </a:p>
                  </a:txBody>
                  <a:tcPr marL="68580" marR="68580" marT="0" marB="0">
                    <a:solidFill>
                      <a:schemeClr val="bg1">
                        <a:lumMod val="65000"/>
                      </a:schemeClr>
                    </a:solidFill>
                  </a:tcPr>
                </a:tc>
                <a:tc>
                  <a:txBody>
                    <a:bodyPr/>
                    <a:lstStyle/>
                    <a:p>
                      <a:pPr>
                        <a:lnSpc>
                          <a:spcPct val="115000"/>
                        </a:lnSpc>
                        <a:spcAft>
                          <a:spcPts val="1000"/>
                        </a:spcAft>
                      </a:pPr>
                      <a:r>
                        <a:rPr lang="en-GB" sz="900" b="1" dirty="0">
                          <a:effectLst/>
                          <a:latin typeface="Calibri" panose="020F0502020204030204" pitchFamily="34" charset="0"/>
                        </a:rPr>
                        <a:t>Function Name</a:t>
                      </a:r>
                      <a:endParaRPr lang="en-GB" sz="900" b="1" dirty="0">
                        <a:effectLst/>
                        <a:latin typeface="Calibri" panose="020F0502020204030204" pitchFamily="34" charset="0"/>
                        <a:ea typeface="Calibri"/>
                        <a:cs typeface="Times New Roman"/>
                      </a:endParaRPr>
                    </a:p>
                  </a:txBody>
                  <a:tcPr marL="68580" marR="68580" marT="0" marB="0">
                    <a:solidFill>
                      <a:schemeClr val="bg1">
                        <a:lumMod val="65000"/>
                      </a:schemeClr>
                    </a:solidFill>
                  </a:tcPr>
                </a:tc>
                <a:tc>
                  <a:txBody>
                    <a:bodyPr/>
                    <a:lstStyle/>
                    <a:p>
                      <a:pPr>
                        <a:lnSpc>
                          <a:spcPct val="115000"/>
                        </a:lnSpc>
                        <a:spcAft>
                          <a:spcPts val="1000"/>
                        </a:spcAft>
                      </a:pPr>
                      <a:r>
                        <a:rPr lang="en-GB" sz="900" b="1" dirty="0">
                          <a:effectLst/>
                          <a:latin typeface="Calibri" panose="020F0502020204030204" pitchFamily="34" charset="0"/>
                        </a:rPr>
                        <a:t>Description</a:t>
                      </a:r>
                      <a:endParaRPr lang="en-GB" sz="900" b="1" dirty="0">
                        <a:effectLst/>
                        <a:latin typeface="Calibri" panose="020F0502020204030204" pitchFamily="34" charset="0"/>
                        <a:ea typeface="Calibri"/>
                        <a:cs typeface="Times New Roman"/>
                      </a:endParaRPr>
                    </a:p>
                  </a:txBody>
                  <a:tcPr marL="68580" marR="68580" marT="0" marB="0">
                    <a:solidFill>
                      <a:schemeClr val="bg1">
                        <a:lumMod val="65000"/>
                      </a:schemeClr>
                    </a:solidFill>
                  </a:tcPr>
                </a:tc>
                <a:tc>
                  <a:txBody>
                    <a:bodyPr/>
                    <a:lstStyle/>
                    <a:p>
                      <a:pPr>
                        <a:lnSpc>
                          <a:spcPct val="115000"/>
                        </a:lnSpc>
                        <a:spcAft>
                          <a:spcPts val="1000"/>
                        </a:spcAft>
                      </a:pPr>
                      <a:r>
                        <a:rPr lang="en-GB" sz="900" b="1" dirty="0">
                          <a:effectLst/>
                          <a:latin typeface="Calibri" panose="020F0502020204030204" pitchFamily="34" charset="0"/>
                        </a:rPr>
                        <a:t>Interface Type</a:t>
                      </a:r>
                      <a:endParaRPr lang="en-GB" sz="900" b="1" dirty="0">
                        <a:effectLst/>
                        <a:latin typeface="Calibri" panose="020F0502020204030204" pitchFamily="34" charset="0"/>
                        <a:ea typeface="Calibri"/>
                        <a:cs typeface="Times New Roman"/>
                      </a:endParaRPr>
                    </a:p>
                  </a:txBody>
                  <a:tcPr marL="68580" marR="68580" marT="0" marB="0">
                    <a:solidFill>
                      <a:schemeClr val="bg1">
                        <a:lumMod val="65000"/>
                      </a:schemeClr>
                    </a:solidFill>
                  </a:tcPr>
                </a:tc>
                <a:tc>
                  <a:txBody>
                    <a:bodyPr/>
                    <a:lstStyle/>
                    <a:p>
                      <a:pPr>
                        <a:lnSpc>
                          <a:spcPct val="115000"/>
                        </a:lnSpc>
                        <a:spcAft>
                          <a:spcPts val="1000"/>
                        </a:spcAft>
                      </a:pPr>
                      <a:r>
                        <a:rPr lang="en-GB" sz="900" b="1" dirty="0">
                          <a:effectLst/>
                          <a:latin typeface="Calibri" panose="020F0502020204030204" pitchFamily="34" charset="0"/>
                        </a:rPr>
                        <a:t>Protocol</a:t>
                      </a:r>
                      <a:endParaRPr lang="en-GB" sz="900" b="1" dirty="0">
                        <a:effectLst/>
                        <a:latin typeface="Calibri" panose="020F0502020204030204" pitchFamily="34" charset="0"/>
                        <a:ea typeface="Calibri"/>
                        <a:cs typeface="Times New Roman"/>
                      </a:endParaRPr>
                    </a:p>
                  </a:txBody>
                  <a:tcPr marL="68580" marR="68580" marT="0" marB="0">
                    <a:solidFill>
                      <a:schemeClr val="bg1">
                        <a:lumMod val="65000"/>
                      </a:schemeClr>
                    </a:solidFill>
                  </a:tcPr>
                </a:tc>
                <a:extLst>
                  <a:ext uri="{0D108BD9-81ED-4DB2-BD59-A6C34878D82A}">
                    <a16:rowId xmlns:a16="http://schemas.microsoft.com/office/drawing/2014/main" val="10000"/>
                  </a:ext>
                </a:extLst>
              </a:tr>
              <a:tr h="0">
                <a:tc>
                  <a:txBody>
                    <a:bodyPr/>
                    <a:lstStyle/>
                    <a:p>
                      <a:pPr>
                        <a:lnSpc>
                          <a:spcPct val="115000"/>
                        </a:lnSpc>
                        <a:spcAft>
                          <a:spcPts val="1000"/>
                        </a:spcAft>
                      </a:pPr>
                      <a:r>
                        <a:rPr lang="en-GB" sz="900" dirty="0">
                          <a:effectLst/>
                          <a:latin typeface="Calibri" panose="020F0502020204030204" pitchFamily="34" charset="0"/>
                        </a:rPr>
                        <a:t>0401-SW-001</a:t>
                      </a:r>
                      <a:endParaRPr lang="en-GB" sz="900" dirty="0">
                        <a:effectLst/>
                        <a:latin typeface="Calibri" panose="020F0502020204030204" pitchFamily="34" charset="0"/>
                        <a:ea typeface="Calibri"/>
                        <a:cs typeface="Times New Roman"/>
                      </a:endParaRPr>
                    </a:p>
                  </a:txBody>
                  <a:tcPr marL="68580" marR="68580" marT="0" marB="0">
                    <a:solidFill>
                      <a:srgbClr val="CCECFF"/>
                    </a:solidFill>
                  </a:tcPr>
                </a:tc>
                <a:tc>
                  <a:txBody>
                    <a:bodyPr/>
                    <a:lstStyle/>
                    <a:p>
                      <a:pPr>
                        <a:lnSpc>
                          <a:spcPct val="115000"/>
                        </a:lnSpc>
                        <a:spcAft>
                          <a:spcPts val="1000"/>
                        </a:spcAft>
                      </a:pPr>
                      <a:r>
                        <a:rPr lang="en-GB" sz="900" dirty="0">
                          <a:effectLst/>
                          <a:latin typeface="Calibri" panose="020F0502020204030204" pitchFamily="34" charset="0"/>
                        </a:rPr>
                        <a:t> Temperature Measurement</a:t>
                      </a:r>
                      <a:endParaRPr lang="en-GB" sz="900" dirty="0">
                        <a:effectLst/>
                        <a:latin typeface="Calibri" panose="020F0502020204030204" pitchFamily="34" charset="0"/>
                        <a:ea typeface="Calibri"/>
                        <a:cs typeface="Times New Roman"/>
                      </a:endParaRPr>
                    </a:p>
                  </a:txBody>
                  <a:tcPr marL="68580" marR="68580" marT="0" marB="0">
                    <a:solidFill>
                      <a:srgbClr val="CCECFF"/>
                    </a:solidFill>
                  </a:tcPr>
                </a:tc>
                <a:tc>
                  <a:txBody>
                    <a:bodyPr/>
                    <a:lstStyle/>
                    <a:p>
                      <a:pPr>
                        <a:lnSpc>
                          <a:spcPct val="115000"/>
                        </a:lnSpc>
                        <a:spcAft>
                          <a:spcPts val="1000"/>
                        </a:spcAft>
                      </a:pPr>
                      <a:r>
                        <a:rPr lang="en-GB" sz="900" dirty="0">
                          <a:effectLst/>
                          <a:latin typeface="Calibri" panose="020F0502020204030204" pitchFamily="34" charset="0"/>
                        </a:rPr>
                        <a:t>Raw data will be converted in to process / engineering data. Calculate measurement error. </a:t>
                      </a:r>
                      <a:endParaRPr lang="en-GB" sz="900" dirty="0">
                        <a:effectLst/>
                        <a:latin typeface="Calibri" panose="020F0502020204030204" pitchFamily="34" charset="0"/>
                        <a:ea typeface="Calibri"/>
                        <a:cs typeface="Times New Roman"/>
                      </a:endParaRPr>
                    </a:p>
                  </a:txBody>
                  <a:tcPr marL="68580" marR="68580" marT="0" marB="0">
                    <a:solidFill>
                      <a:srgbClr val="CCECFF"/>
                    </a:solidFill>
                  </a:tcPr>
                </a:tc>
                <a:tc>
                  <a:txBody>
                    <a:bodyPr/>
                    <a:lstStyle/>
                    <a:p>
                      <a:pPr>
                        <a:lnSpc>
                          <a:spcPct val="115000"/>
                        </a:lnSpc>
                        <a:spcAft>
                          <a:spcPts val="1000"/>
                        </a:spcAft>
                      </a:pPr>
                      <a:r>
                        <a:rPr lang="en-GB" sz="900" dirty="0">
                          <a:effectLst/>
                          <a:latin typeface="Calibri" panose="020F0502020204030204" pitchFamily="34" charset="0"/>
                        </a:rPr>
                        <a:t>PON</a:t>
                      </a:r>
                      <a:endParaRPr lang="en-GB" sz="900" dirty="0">
                        <a:effectLst/>
                        <a:latin typeface="Calibri" panose="020F0502020204030204" pitchFamily="34" charset="0"/>
                        <a:ea typeface="Calibri"/>
                        <a:cs typeface="Times New Roman"/>
                      </a:endParaRPr>
                    </a:p>
                  </a:txBody>
                  <a:tcPr marL="68580" marR="68580" marT="0" marB="0">
                    <a:solidFill>
                      <a:srgbClr val="CCECFF"/>
                    </a:solidFill>
                  </a:tcPr>
                </a:tc>
                <a:tc>
                  <a:txBody>
                    <a:bodyPr/>
                    <a:lstStyle/>
                    <a:p>
                      <a:pPr>
                        <a:lnSpc>
                          <a:spcPct val="115000"/>
                        </a:lnSpc>
                        <a:spcAft>
                          <a:spcPts val="1000"/>
                        </a:spcAft>
                      </a:pPr>
                      <a:r>
                        <a:rPr lang="en-GB" sz="900" dirty="0">
                          <a:effectLst/>
                          <a:latin typeface="Calibri" panose="020F0502020204030204" pitchFamily="34" charset="0"/>
                        </a:rPr>
                        <a:t>CA</a:t>
                      </a:r>
                      <a:endParaRPr lang="en-GB" sz="900" dirty="0">
                        <a:effectLst/>
                        <a:latin typeface="Calibri" panose="020F0502020204030204" pitchFamily="34" charset="0"/>
                        <a:ea typeface="Calibri"/>
                        <a:cs typeface="Times New Roman"/>
                      </a:endParaRPr>
                    </a:p>
                  </a:txBody>
                  <a:tcPr marL="68580" marR="68580" marT="0" marB="0">
                    <a:solidFill>
                      <a:srgbClr val="CCECFF"/>
                    </a:solidFill>
                  </a:tcPr>
                </a:tc>
                <a:extLst>
                  <a:ext uri="{0D108BD9-81ED-4DB2-BD59-A6C34878D82A}">
                    <a16:rowId xmlns:a16="http://schemas.microsoft.com/office/drawing/2014/main" val="10001"/>
                  </a:ext>
                </a:extLst>
              </a:tr>
              <a:tr h="0">
                <a:tc>
                  <a:txBody>
                    <a:bodyPr/>
                    <a:lstStyle/>
                    <a:p>
                      <a:pPr>
                        <a:lnSpc>
                          <a:spcPct val="115000"/>
                        </a:lnSpc>
                        <a:spcAft>
                          <a:spcPts val="1000"/>
                        </a:spcAft>
                      </a:pPr>
                      <a:r>
                        <a:rPr lang="en-GB" sz="900">
                          <a:effectLst/>
                          <a:latin typeface="Calibri" panose="020F0502020204030204" pitchFamily="34" charset="0"/>
                        </a:rPr>
                        <a:t>0401-SW-002</a:t>
                      </a:r>
                      <a:endParaRPr lang="en-GB" sz="900">
                        <a:effectLst/>
                        <a:latin typeface="Calibri" panose="020F0502020204030204" pitchFamily="34" charset="0"/>
                        <a:ea typeface="Calibri"/>
                        <a:cs typeface="Times New Roman"/>
                      </a:endParaRPr>
                    </a:p>
                  </a:txBody>
                  <a:tcPr marL="68580" marR="68580" marT="0" marB="0">
                    <a:solidFill>
                      <a:srgbClr val="CCECFF"/>
                    </a:solidFill>
                  </a:tcPr>
                </a:tc>
                <a:tc>
                  <a:txBody>
                    <a:bodyPr/>
                    <a:lstStyle/>
                    <a:p>
                      <a:pPr>
                        <a:lnSpc>
                          <a:spcPct val="115000"/>
                        </a:lnSpc>
                        <a:spcAft>
                          <a:spcPts val="1000"/>
                        </a:spcAft>
                      </a:pPr>
                      <a:r>
                        <a:rPr lang="en-GB" sz="900" dirty="0">
                          <a:effectLst/>
                          <a:latin typeface="Calibri" panose="020F0502020204030204" pitchFamily="34" charset="0"/>
                        </a:rPr>
                        <a:t> Archive Data</a:t>
                      </a:r>
                      <a:endParaRPr lang="en-GB" sz="900" dirty="0">
                        <a:effectLst/>
                        <a:latin typeface="Calibri" panose="020F0502020204030204" pitchFamily="34" charset="0"/>
                        <a:ea typeface="Calibri"/>
                        <a:cs typeface="Times New Roman"/>
                      </a:endParaRPr>
                    </a:p>
                  </a:txBody>
                  <a:tcPr marL="68580" marR="68580" marT="0" marB="0">
                    <a:solidFill>
                      <a:srgbClr val="CCECFF"/>
                    </a:solidFill>
                  </a:tcPr>
                </a:tc>
                <a:tc>
                  <a:txBody>
                    <a:bodyPr/>
                    <a:lstStyle/>
                    <a:p>
                      <a:pPr>
                        <a:lnSpc>
                          <a:spcPct val="115000"/>
                        </a:lnSpc>
                        <a:spcAft>
                          <a:spcPts val="1000"/>
                        </a:spcAft>
                      </a:pPr>
                      <a:r>
                        <a:rPr lang="en-GB" sz="900" dirty="0">
                          <a:effectLst/>
                          <a:latin typeface="Calibri" panose="020F0502020204030204" pitchFamily="34" charset="0"/>
                        </a:rPr>
                        <a:t>Archive engineering data</a:t>
                      </a:r>
                      <a:endParaRPr lang="en-GB" sz="900" dirty="0">
                        <a:effectLst/>
                        <a:latin typeface="Calibri" panose="020F0502020204030204" pitchFamily="34" charset="0"/>
                        <a:ea typeface="Calibri"/>
                        <a:cs typeface="Times New Roman"/>
                      </a:endParaRPr>
                    </a:p>
                  </a:txBody>
                  <a:tcPr marL="68580" marR="68580" marT="0" marB="0">
                    <a:solidFill>
                      <a:srgbClr val="CCECFF"/>
                    </a:solidFill>
                  </a:tcPr>
                </a:tc>
                <a:tc>
                  <a:txBody>
                    <a:bodyPr/>
                    <a:lstStyle/>
                    <a:p>
                      <a:pPr>
                        <a:lnSpc>
                          <a:spcPct val="115000"/>
                        </a:lnSpc>
                        <a:spcAft>
                          <a:spcPts val="1000"/>
                        </a:spcAft>
                      </a:pPr>
                      <a:r>
                        <a:rPr lang="en-GB" sz="900" dirty="0">
                          <a:effectLst/>
                          <a:latin typeface="Calibri" panose="020F0502020204030204" pitchFamily="34" charset="0"/>
                        </a:rPr>
                        <a:t>DAN</a:t>
                      </a:r>
                      <a:endParaRPr lang="en-GB" sz="900" dirty="0">
                        <a:effectLst/>
                        <a:latin typeface="Calibri" panose="020F0502020204030204" pitchFamily="34" charset="0"/>
                        <a:ea typeface="Calibri"/>
                        <a:cs typeface="Times New Roman"/>
                      </a:endParaRPr>
                    </a:p>
                  </a:txBody>
                  <a:tcPr marL="68580" marR="68580" marT="0" marB="0">
                    <a:solidFill>
                      <a:srgbClr val="CCECFF"/>
                    </a:solidFill>
                  </a:tcPr>
                </a:tc>
                <a:tc>
                  <a:txBody>
                    <a:bodyPr/>
                    <a:lstStyle/>
                    <a:p>
                      <a:pPr>
                        <a:lnSpc>
                          <a:spcPct val="115000"/>
                        </a:lnSpc>
                        <a:spcAft>
                          <a:spcPts val="1000"/>
                        </a:spcAft>
                      </a:pPr>
                      <a:r>
                        <a:rPr lang="en-GB" sz="900" dirty="0">
                          <a:effectLst/>
                          <a:latin typeface="Calibri" panose="020F0502020204030204" pitchFamily="34" charset="0"/>
                        </a:rPr>
                        <a:t>UDP</a:t>
                      </a:r>
                      <a:endParaRPr lang="en-GB" sz="900" dirty="0">
                        <a:effectLst/>
                        <a:latin typeface="Calibri" panose="020F0502020204030204" pitchFamily="34" charset="0"/>
                        <a:ea typeface="Calibri"/>
                        <a:cs typeface="Times New Roman"/>
                      </a:endParaRPr>
                    </a:p>
                  </a:txBody>
                  <a:tcPr marL="68580" marR="68580" marT="0" marB="0">
                    <a:solidFill>
                      <a:srgbClr val="CCECFF"/>
                    </a:solidFill>
                  </a:tcPr>
                </a:tc>
                <a:extLst>
                  <a:ext uri="{0D108BD9-81ED-4DB2-BD59-A6C34878D82A}">
                    <a16:rowId xmlns:a16="http://schemas.microsoft.com/office/drawing/2014/main" val="10002"/>
                  </a:ext>
                </a:extLst>
              </a:tr>
            </a:tbl>
          </a:graphicData>
        </a:graphic>
      </p:graphicFrame>
      <p:graphicFrame>
        <p:nvGraphicFramePr>
          <p:cNvPr id="5" name="Table 4"/>
          <p:cNvGraphicFramePr>
            <a:graphicFrameLocks noGrp="1"/>
          </p:cNvGraphicFramePr>
          <p:nvPr>
            <p:extLst/>
          </p:nvPr>
        </p:nvGraphicFramePr>
        <p:xfrm>
          <a:off x="1631504" y="3789041"/>
          <a:ext cx="4447230" cy="1391793"/>
        </p:xfrm>
        <a:graphic>
          <a:graphicData uri="http://schemas.openxmlformats.org/drawingml/2006/table">
            <a:tbl>
              <a:tblPr>
                <a:tableStyleId>{5940675A-B579-460E-94D1-54222C63F5DA}</a:tableStyleId>
              </a:tblPr>
              <a:tblGrid>
                <a:gridCol w="667083">
                  <a:extLst>
                    <a:ext uri="{9D8B030D-6E8A-4147-A177-3AD203B41FA5}">
                      <a16:colId xmlns:a16="http://schemas.microsoft.com/office/drawing/2014/main" val="20000"/>
                    </a:ext>
                  </a:extLst>
                </a:gridCol>
                <a:gridCol w="1111808">
                  <a:extLst>
                    <a:ext uri="{9D8B030D-6E8A-4147-A177-3AD203B41FA5}">
                      <a16:colId xmlns:a16="http://schemas.microsoft.com/office/drawing/2014/main" val="20001"/>
                    </a:ext>
                  </a:extLst>
                </a:gridCol>
                <a:gridCol w="1956782">
                  <a:extLst>
                    <a:ext uri="{9D8B030D-6E8A-4147-A177-3AD203B41FA5}">
                      <a16:colId xmlns:a16="http://schemas.microsoft.com/office/drawing/2014/main" val="20002"/>
                    </a:ext>
                  </a:extLst>
                </a:gridCol>
                <a:gridCol w="711557">
                  <a:extLst>
                    <a:ext uri="{9D8B030D-6E8A-4147-A177-3AD203B41FA5}">
                      <a16:colId xmlns:a16="http://schemas.microsoft.com/office/drawing/2014/main" val="20003"/>
                    </a:ext>
                  </a:extLst>
                </a:gridCol>
              </a:tblGrid>
              <a:tr h="0">
                <a:tc>
                  <a:txBody>
                    <a:bodyPr/>
                    <a:lstStyle/>
                    <a:p>
                      <a:pPr>
                        <a:lnSpc>
                          <a:spcPct val="115000"/>
                        </a:lnSpc>
                        <a:spcAft>
                          <a:spcPts val="1000"/>
                        </a:spcAft>
                      </a:pPr>
                      <a:r>
                        <a:rPr lang="en-GB" sz="900" b="1" dirty="0">
                          <a:effectLst/>
                          <a:latin typeface="Calibri" panose="020F0502020204030204" pitchFamily="34" charset="0"/>
                        </a:rPr>
                        <a:t>Ref ID</a:t>
                      </a:r>
                      <a:endParaRPr lang="en-GB" sz="900" b="1" dirty="0">
                        <a:effectLst/>
                        <a:latin typeface="Calibri" panose="020F0502020204030204" pitchFamily="34" charset="0"/>
                        <a:ea typeface="Calibri"/>
                        <a:cs typeface="Times New Roman"/>
                      </a:endParaRPr>
                    </a:p>
                  </a:txBody>
                  <a:tcPr marL="68580" marR="68580" marT="0" marB="0">
                    <a:solidFill>
                      <a:schemeClr val="bg1">
                        <a:lumMod val="65000"/>
                      </a:schemeClr>
                    </a:solidFill>
                  </a:tcPr>
                </a:tc>
                <a:tc>
                  <a:txBody>
                    <a:bodyPr/>
                    <a:lstStyle/>
                    <a:p>
                      <a:pPr>
                        <a:lnSpc>
                          <a:spcPct val="115000"/>
                        </a:lnSpc>
                        <a:spcAft>
                          <a:spcPts val="1000"/>
                        </a:spcAft>
                      </a:pPr>
                      <a:r>
                        <a:rPr lang="en-GB" sz="900" b="1" dirty="0">
                          <a:effectLst/>
                          <a:latin typeface="Calibri" panose="020F0502020204030204" pitchFamily="34" charset="0"/>
                        </a:rPr>
                        <a:t>H/W Interface Type</a:t>
                      </a:r>
                      <a:endParaRPr lang="en-GB" sz="900" b="1" dirty="0">
                        <a:effectLst/>
                        <a:latin typeface="Calibri" panose="020F0502020204030204" pitchFamily="34" charset="0"/>
                        <a:ea typeface="Calibri"/>
                        <a:cs typeface="Times New Roman"/>
                      </a:endParaRPr>
                    </a:p>
                  </a:txBody>
                  <a:tcPr marL="68580" marR="68580" marT="0" marB="0">
                    <a:solidFill>
                      <a:schemeClr val="bg1">
                        <a:lumMod val="65000"/>
                      </a:schemeClr>
                    </a:solidFill>
                  </a:tcPr>
                </a:tc>
                <a:tc>
                  <a:txBody>
                    <a:bodyPr/>
                    <a:lstStyle/>
                    <a:p>
                      <a:pPr>
                        <a:lnSpc>
                          <a:spcPct val="115000"/>
                        </a:lnSpc>
                        <a:spcAft>
                          <a:spcPts val="1000"/>
                        </a:spcAft>
                      </a:pPr>
                      <a:r>
                        <a:rPr lang="en-GB" sz="900" b="1" dirty="0">
                          <a:effectLst/>
                          <a:latin typeface="Calibri" panose="020F0502020204030204" pitchFamily="34" charset="0"/>
                        </a:rPr>
                        <a:t>Description</a:t>
                      </a:r>
                      <a:endParaRPr lang="en-GB" sz="900" b="1" dirty="0">
                        <a:effectLst/>
                        <a:latin typeface="Calibri" panose="020F0502020204030204" pitchFamily="34" charset="0"/>
                        <a:ea typeface="Calibri"/>
                        <a:cs typeface="Times New Roman"/>
                      </a:endParaRPr>
                    </a:p>
                  </a:txBody>
                  <a:tcPr marL="68580" marR="68580" marT="0" marB="0">
                    <a:solidFill>
                      <a:schemeClr val="bg1">
                        <a:lumMod val="65000"/>
                      </a:schemeClr>
                    </a:solidFill>
                  </a:tcPr>
                </a:tc>
                <a:tc>
                  <a:txBody>
                    <a:bodyPr/>
                    <a:lstStyle/>
                    <a:p>
                      <a:pPr>
                        <a:lnSpc>
                          <a:spcPct val="115000"/>
                        </a:lnSpc>
                        <a:spcAft>
                          <a:spcPts val="1000"/>
                        </a:spcAft>
                      </a:pPr>
                      <a:r>
                        <a:rPr lang="en-GB" sz="900" b="1" dirty="0">
                          <a:effectLst/>
                          <a:latin typeface="Calibri" panose="020F0502020204030204" pitchFamily="34" charset="0"/>
                        </a:rPr>
                        <a:t>Direction(I/O)</a:t>
                      </a:r>
                      <a:endParaRPr lang="en-GB" sz="900" b="1" dirty="0">
                        <a:effectLst/>
                        <a:latin typeface="Calibri" panose="020F0502020204030204" pitchFamily="34" charset="0"/>
                        <a:ea typeface="Calibri"/>
                        <a:cs typeface="Times New Roman"/>
                      </a:endParaRPr>
                    </a:p>
                  </a:txBody>
                  <a:tcPr marL="68580" marR="68580" marT="0" marB="0">
                    <a:solidFill>
                      <a:schemeClr val="bg1">
                        <a:lumMod val="65000"/>
                      </a:schemeClr>
                    </a:solidFill>
                  </a:tcPr>
                </a:tc>
                <a:extLst>
                  <a:ext uri="{0D108BD9-81ED-4DB2-BD59-A6C34878D82A}">
                    <a16:rowId xmlns:a16="http://schemas.microsoft.com/office/drawing/2014/main" val="10000"/>
                  </a:ext>
                </a:extLst>
              </a:tr>
              <a:tr h="0">
                <a:tc>
                  <a:txBody>
                    <a:bodyPr/>
                    <a:lstStyle/>
                    <a:p>
                      <a:pPr>
                        <a:lnSpc>
                          <a:spcPct val="115000"/>
                        </a:lnSpc>
                        <a:spcAft>
                          <a:spcPts val="1000"/>
                        </a:spcAft>
                      </a:pPr>
                      <a:r>
                        <a:rPr lang="en-GB" sz="900" dirty="0">
                          <a:effectLst/>
                          <a:latin typeface="Calibri" panose="020F0502020204030204" pitchFamily="34" charset="0"/>
                        </a:rPr>
                        <a:t>04-HW-001</a:t>
                      </a:r>
                      <a:endParaRPr lang="en-GB" sz="900" dirty="0">
                        <a:effectLst/>
                        <a:latin typeface="Calibri" panose="020F0502020204030204" pitchFamily="34" charset="0"/>
                        <a:ea typeface="Calibri"/>
                        <a:cs typeface="Times New Roman"/>
                      </a:endParaRPr>
                    </a:p>
                  </a:txBody>
                  <a:tcPr marL="68580" marR="68580" marT="0" marB="0">
                    <a:solidFill>
                      <a:srgbClr val="CCECFF"/>
                    </a:solidFill>
                  </a:tcPr>
                </a:tc>
                <a:tc>
                  <a:txBody>
                    <a:bodyPr/>
                    <a:lstStyle/>
                    <a:p>
                      <a:pPr>
                        <a:lnSpc>
                          <a:spcPct val="115000"/>
                        </a:lnSpc>
                        <a:spcAft>
                          <a:spcPts val="1000"/>
                        </a:spcAft>
                      </a:pPr>
                      <a:r>
                        <a:rPr lang="en-GB" sz="900" dirty="0">
                          <a:effectLst/>
                          <a:latin typeface="Calibri" panose="020F0502020204030204" pitchFamily="34" charset="0"/>
                        </a:rPr>
                        <a:t> PON</a:t>
                      </a:r>
                      <a:endParaRPr lang="en-GB" sz="900" dirty="0">
                        <a:effectLst/>
                        <a:latin typeface="Calibri" panose="020F0502020204030204" pitchFamily="34" charset="0"/>
                        <a:ea typeface="Calibri"/>
                        <a:cs typeface="Times New Roman"/>
                      </a:endParaRPr>
                    </a:p>
                  </a:txBody>
                  <a:tcPr marL="68580" marR="68580" marT="0" marB="0">
                    <a:solidFill>
                      <a:srgbClr val="CCECFF"/>
                    </a:solidFill>
                  </a:tcPr>
                </a:tc>
                <a:tc>
                  <a:txBody>
                    <a:bodyPr/>
                    <a:lstStyle/>
                    <a:p>
                      <a:pPr>
                        <a:lnSpc>
                          <a:spcPct val="115000"/>
                        </a:lnSpc>
                        <a:spcAft>
                          <a:spcPts val="1000"/>
                        </a:spcAft>
                      </a:pPr>
                      <a:r>
                        <a:rPr lang="en-GB" sz="900" dirty="0">
                          <a:effectLst/>
                          <a:latin typeface="Calibri" panose="020F0502020204030204" pitchFamily="34" charset="0"/>
                        </a:rPr>
                        <a:t>All Processed data will be send to CODAC over PON Network. This function will receive some configuration data from HMI.</a:t>
                      </a:r>
                      <a:endParaRPr lang="en-GB" sz="900" dirty="0">
                        <a:effectLst/>
                        <a:latin typeface="Calibri" panose="020F0502020204030204" pitchFamily="34" charset="0"/>
                        <a:ea typeface="Calibri"/>
                        <a:cs typeface="Times New Roman"/>
                      </a:endParaRPr>
                    </a:p>
                  </a:txBody>
                  <a:tcPr marL="68580" marR="68580" marT="0" marB="0">
                    <a:solidFill>
                      <a:srgbClr val="CCECFF"/>
                    </a:solidFill>
                  </a:tcPr>
                </a:tc>
                <a:tc>
                  <a:txBody>
                    <a:bodyPr/>
                    <a:lstStyle/>
                    <a:p>
                      <a:pPr>
                        <a:lnSpc>
                          <a:spcPct val="115000"/>
                        </a:lnSpc>
                        <a:spcAft>
                          <a:spcPts val="1000"/>
                        </a:spcAft>
                      </a:pPr>
                      <a:r>
                        <a:rPr lang="en-GB" sz="900">
                          <a:effectLst/>
                          <a:latin typeface="Calibri" panose="020F0502020204030204" pitchFamily="34" charset="0"/>
                        </a:rPr>
                        <a:t>Input &amp; Output</a:t>
                      </a:r>
                      <a:endParaRPr lang="en-GB" sz="900">
                        <a:effectLst/>
                        <a:latin typeface="Calibri" panose="020F0502020204030204" pitchFamily="34" charset="0"/>
                        <a:ea typeface="Calibri"/>
                        <a:cs typeface="Times New Roman"/>
                      </a:endParaRPr>
                    </a:p>
                  </a:txBody>
                  <a:tcPr marL="68580" marR="68580" marT="0" marB="0">
                    <a:solidFill>
                      <a:srgbClr val="CCECFF"/>
                    </a:solidFill>
                  </a:tcPr>
                </a:tc>
                <a:extLst>
                  <a:ext uri="{0D108BD9-81ED-4DB2-BD59-A6C34878D82A}">
                    <a16:rowId xmlns:a16="http://schemas.microsoft.com/office/drawing/2014/main" val="10001"/>
                  </a:ext>
                </a:extLst>
              </a:tr>
              <a:tr h="0">
                <a:tc>
                  <a:txBody>
                    <a:bodyPr/>
                    <a:lstStyle/>
                    <a:p>
                      <a:pPr>
                        <a:lnSpc>
                          <a:spcPct val="115000"/>
                        </a:lnSpc>
                        <a:spcAft>
                          <a:spcPts val="1000"/>
                        </a:spcAft>
                      </a:pPr>
                      <a:r>
                        <a:rPr lang="en-GB" sz="900">
                          <a:effectLst/>
                          <a:latin typeface="Calibri" panose="020F0502020204030204" pitchFamily="34" charset="0"/>
                        </a:rPr>
                        <a:t>04-HW-002</a:t>
                      </a:r>
                      <a:endParaRPr lang="en-GB" sz="900">
                        <a:effectLst/>
                        <a:latin typeface="Calibri" panose="020F0502020204030204" pitchFamily="34" charset="0"/>
                        <a:ea typeface="Calibri"/>
                        <a:cs typeface="Times New Roman"/>
                      </a:endParaRPr>
                    </a:p>
                  </a:txBody>
                  <a:tcPr marL="68580" marR="68580" marT="0" marB="0">
                    <a:solidFill>
                      <a:srgbClr val="CCECFF"/>
                    </a:solidFill>
                  </a:tcPr>
                </a:tc>
                <a:tc>
                  <a:txBody>
                    <a:bodyPr/>
                    <a:lstStyle/>
                    <a:p>
                      <a:pPr>
                        <a:lnSpc>
                          <a:spcPct val="115000"/>
                        </a:lnSpc>
                        <a:spcAft>
                          <a:spcPts val="1000"/>
                        </a:spcAft>
                      </a:pPr>
                      <a:r>
                        <a:rPr lang="en-GB" sz="900">
                          <a:effectLst/>
                          <a:latin typeface="Calibri" panose="020F0502020204030204" pitchFamily="34" charset="0"/>
                        </a:rPr>
                        <a:t> DAN</a:t>
                      </a:r>
                      <a:endParaRPr lang="en-GB" sz="900">
                        <a:effectLst/>
                        <a:latin typeface="Calibri" panose="020F0502020204030204" pitchFamily="34" charset="0"/>
                        <a:ea typeface="Calibri"/>
                        <a:cs typeface="Times New Roman"/>
                      </a:endParaRPr>
                    </a:p>
                  </a:txBody>
                  <a:tcPr marL="68580" marR="68580" marT="0" marB="0">
                    <a:solidFill>
                      <a:srgbClr val="CCECFF"/>
                    </a:solidFill>
                  </a:tcPr>
                </a:tc>
                <a:tc>
                  <a:txBody>
                    <a:bodyPr/>
                    <a:lstStyle/>
                    <a:p>
                      <a:pPr>
                        <a:lnSpc>
                          <a:spcPct val="115000"/>
                        </a:lnSpc>
                        <a:spcAft>
                          <a:spcPts val="1000"/>
                        </a:spcAft>
                      </a:pPr>
                      <a:r>
                        <a:rPr lang="en-GB" sz="900" dirty="0">
                          <a:effectLst/>
                          <a:latin typeface="Calibri" panose="020F0502020204030204" pitchFamily="34" charset="0"/>
                        </a:rPr>
                        <a:t>All Processed temperature data will be send archiving server over DAN network</a:t>
                      </a:r>
                      <a:endParaRPr lang="en-GB" sz="900" dirty="0">
                        <a:effectLst/>
                        <a:latin typeface="Calibri" panose="020F0502020204030204" pitchFamily="34" charset="0"/>
                        <a:ea typeface="Calibri"/>
                        <a:cs typeface="Times New Roman"/>
                      </a:endParaRPr>
                    </a:p>
                  </a:txBody>
                  <a:tcPr marL="68580" marR="68580" marT="0" marB="0">
                    <a:solidFill>
                      <a:srgbClr val="CCECFF"/>
                    </a:solidFill>
                  </a:tcPr>
                </a:tc>
                <a:tc>
                  <a:txBody>
                    <a:bodyPr/>
                    <a:lstStyle/>
                    <a:p>
                      <a:pPr>
                        <a:lnSpc>
                          <a:spcPct val="115000"/>
                        </a:lnSpc>
                        <a:spcAft>
                          <a:spcPts val="1000"/>
                        </a:spcAft>
                      </a:pPr>
                      <a:r>
                        <a:rPr lang="en-GB" sz="900" dirty="0">
                          <a:effectLst/>
                          <a:latin typeface="Calibri" panose="020F0502020204030204" pitchFamily="34" charset="0"/>
                        </a:rPr>
                        <a:t>Input &amp; Output</a:t>
                      </a:r>
                      <a:endParaRPr lang="en-GB" sz="900" dirty="0">
                        <a:effectLst/>
                        <a:latin typeface="Calibri" panose="020F0502020204030204" pitchFamily="34" charset="0"/>
                        <a:ea typeface="Calibri"/>
                        <a:cs typeface="Times New Roman"/>
                      </a:endParaRPr>
                    </a:p>
                  </a:txBody>
                  <a:tcPr marL="68580" marR="68580" marT="0" marB="0">
                    <a:solidFill>
                      <a:srgbClr val="CCECFF"/>
                    </a:solidFill>
                  </a:tcPr>
                </a:tc>
                <a:extLst>
                  <a:ext uri="{0D108BD9-81ED-4DB2-BD59-A6C34878D82A}">
                    <a16:rowId xmlns:a16="http://schemas.microsoft.com/office/drawing/2014/main" val="10002"/>
                  </a:ext>
                </a:extLst>
              </a:tr>
            </a:tbl>
          </a:graphicData>
        </a:graphic>
      </p:graphicFrame>
      <p:pic>
        <p:nvPicPr>
          <p:cNvPr id="10" name="Picture 7" descr="C:\Users\patilp\Desktop\Count Mod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84032" y="692696"/>
            <a:ext cx="3977706" cy="251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1" name="Table 10"/>
          <p:cNvGraphicFramePr>
            <a:graphicFrameLocks noGrp="1"/>
          </p:cNvGraphicFramePr>
          <p:nvPr>
            <p:extLst/>
          </p:nvPr>
        </p:nvGraphicFramePr>
        <p:xfrm>
          <a:off x="6253534" y="3357000"/>
          <a:ext cx="4414466" cy="1086831"/>
        </p:xfrm>
        <a:graphic>
          <a:graphicData uri="http://schemas.openxmlformats.org/drawingml/2006/table">
            <a:tbl>
              <a:tblPr firstRow="1" firstCol="1" bandRow="1"/>
              <a:tblGrid>
                <a:gridCol w="1708995">
                  <a:extLst>
                    <a:ext uri="{9D8B030D-6E8A-4147-A177-3AD203B41FA5}">
                      <a16:colId xmlns:a16="http://schemas.microsoft.com/office/drawing/2014/main" val="20000"/>
                    </a:ext>
                  </a:extLst>
                </a:gridCol>
                <a:gridCol w="1073980">
                  <a:extLst>
                    <a:ext uri="{9D8B030D-6E8A-4147-A177-3AD203B41FA5}">
                      <a16:colId xmlns:a16="http://schemas.microsoft.com/office/drawing/2014/main" val="20001"/>
                    </a:ext>
                  </a:extLst>
                </a:gridCol>
                <a:gridCol w="684339">
                  <a:extLst>
                    <a:ext uri="{9D8B030D-6E8A-4147-A177-3AD203B41FA5}">
                      <a16:colId xmlns:a16="http://schemas.microsoft.com/office/drawing/2014/main" val="20002"/>
                    </a:ext>
                  </a:extLst>
                </a:gridCol>
                <a:gridCol w="947152">
                  <a:extLst>
                    <a:ext uri="{9D8B030D-6E8A-4147-A177-3AD203B41FA5}">
                      <a16:colId xmlns:a16="http://schemas.microsoft.com/office/drawing/2014/main" val="20003"/>
                    </a:ext>
                  </a:extLst>
                </a:gridCol>
              </a:tblGrid>
              <a:tr h="406365">
                <a:tc>
                  <a:txBody>
                    <a:bodyPr/>
                    <a:lstStyle>
                      <a:lvl1pPr marL="0" algn="l" defTabSz="914400" rtl="0" eaLnBrk="1" latinLnBrk="1" hangingPunct="1">
                        <a:defRPr sz="1800" kern="1200">
                          <a:solidFill>
                            <a:schemeClr val="tx1"/>
                          </a:solidFill>
                          <a:latin typeface="Calibri"/>
                        </a:defRPr>
                      </a:lvl1pPr>
                      <a:lvl2pPr marL="457200" algn="l" defTabSz="914400" rtl="0" eaLnBrk="1" latinLnBrk="1" hangingPunct="1">
                        <a:defRPr sz="1800" kern="1200">
                          <a:solidFill>
                            <a:schemeClr val="tx1"/>
                          </a:solidFill>
                          <a:latin typeface="Calibri"/>
                        </a:defRPr>
                      </a:lvl2pPr>
                      <a:lvl3pPr marL="914400" algn="l" defTabSz="914400" rtl="0" eaLnBrk="1" latinLnBrk="1" hangingPunct="1">
                        <a:defRPr sz="1800" kern="1200">
                          <a:solidFill>
                            <a:schemeClr val="tx1"/>
                          </a:solidFill>
                          <a:latin typeface="Calibri"/>
                        </a:defRPr>
                      </a:lvl3pPr>
                      <a:lvl4pPr marL="1371600" algn="l" defTabSz="914400" rtl="0" eaLnBrk="1" latinLnBrk="1" hangingPunct="1">
                        <a:defRPr sz="1800" kern="1200">
                          <a:solidFill>
                            <a:schemeClr val="tx1"/>
                          </a:solidFill>
                          <a:latin typeface="Calibri"/>
                        </a:defRPr>
                      </a:lvl4pPr>
                      <a:lvl5pPr marL="1828800" algn="l" defTabSz="914400" rtl="0" eaLnBrk="1" latinLnBrk="1" hangingPunct="1">
                        <a:defRPr sz="1800" kern="1200">
                          <a:solidFill>
                            <a:schemeClr val="tx1"/>
                          </a:solidFill>
                          <a:latin typeface="Calibri"/>
                        </a:defRPr>
                      </a:lvl5pPr>
                      <a:lvl6pPr marL="2286000" algn="l" defTabSz="914400" rtl="0" eaLnBrk="1" latinLnBrk="1" hangingPunct="1">
                        <a:defRPr sz="1800" kern="1200">
                          <a:solidFill>
                            <a:schemeClr val="tx1"/>
                          </a:solidFill>
                          <a:latin typeface="Calibri"/>
                        </a:defRPr>
                      </a:lvl6pPr>
                      <a:lvl7pPr marL="2743200" algn="l" defTabSz="914400" rtl="0" eaLnBrk="1" latinLnBrk="1" hangingPunct="1">
                        <a:defRPr sz="1800" kern="1200">
                          <a:solidFill>
                            <a:schemeClr val="tx1"/>
                          </a:solidFill>
                          <a:latin typeface="Calibri"/>
                        </a:defRPr>
                      </a:lvl7pPr>
                      <a:lvl8pPr marL="3200400" algn="l" defTabSz="914400" rtl="0" eaLnBrk="1" latinLnBrk="1" hangingPunct="1">
                        <a:defRPr sz="1800" kern="1200">
                          <a:solidFill>
                            <a:schemeClr val="tx1"/>
                          </a:solidFill>
                          <a:latin typeface="Calibri"/>
                        </a:defRPr>
                      </a:lvl8pPr>
                      <a:lvl9pPr marL="3657600" algn="l" defTabSz="914400" rtl="0" eaLnBrk="1" latinLnBrk="1" hangingPunct="1">
                        <a:defRPr sz="1800" kern="1200">
                          <a:solidFill>
                            <a:schemeClr val="tx1"/>
                          </a:solidFill>
                          <a:latin typeface="Calibri"/>
                        </a:defRPr>
                      </a:lvl9pPr>
                    </a:lstStyle>
                    <a:p>
                      <a:pPr>
                        <a:lnSpc>
                          <a:spcPct val="115000"/>
                        </a:lnSpc>
                        <a:spcAft>
                          <a:spcPts val="0"/>
                        </a:spcAft>
                      </a:pPr>
                      <a:r>
                        <a:rPr lang="en-GB" sz="1000" b="1" dirty="0">
                          <a:effectLst/>
                        </a:rPr>
                        <a:t>Variable Name</a:t>
                      </a:r>
                      <a:endParaRPr lang="en-GB" sz="1000" b="1" dirty="0">
                        <a:solidFill>
                          <a:schemeClr val="tx1"/>
                        </a:solidFill>
                        <a:effectLst/>
                        <a:latin typeface="Calibri"/>
                        <a:ea typeface="Calibri"/>
                        <a:cs typeface="Times New Roman"/>
                      </a:endParaRPr>
                    </a:p>
                  </a:txBody>
                  <a:tcPr marL="68569" marR="68569" marT="0" marB="0">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65000"/>
                      </a:sysClr>
                    </a:solidFill>
                  </a:tcPr>
                </a:tc>
                <a:tc>
                  <a:txBody>
                    <a:bodyPr/>
                    <a:lstStyle>
                      <a:lvl1pPr marL="0" algn="l" defTabSz="914400" rtl="0" eaLnBrk="1" latinLnBrk="1" hangingPunct="1">
                        <a:defRPr sz="1800" kern="1200">
                          <a:solidFill>
                            <a:schemeClr val="tx1"/>
                          </a:solidFill>
                          <a:latin typeface="Calibri"/>
                        </a:defRPr>
                      </a:lvl1pPr>
                      <a:lvl2pPr marL="457200" algn="l" defTabSz="914400" rtl="0" eaLnBrk="1" latinLnBrk="1" hangingPunct="1">
                        <a:defRPr sz="1800" kern="1200">
                          <a:solidFill>
                            <a:schemeClr val="tx1"/>
                          </a:solidFill>
                          <a:latin typeface="Calibri"/>
                        </a:defRPr>
                      </a:lvl2pPr>
                      <a:lvl3pPr marL="914400" algn="l" defTabSz="914400" rtl="0" eaLnBrk="1" latinLnBrk="1" hangingPunct="1">
                        <a:defRPr sz="1800" kern="1200">
                          <a:solidFill>
                            <a:schemeClr val="tx1"/>
                          </a:solidFill>
                          <a:latin typeface="Calibri"/>
                        </a:defRPr>
                      </a:lvl3pPr>
                      <a:lvl4pPr marL="1371600" algn="l" defTabSz="914400" rtl="0" eaLnBrk="1" latinLnBrk="1" hangingPunct="1">
                        <a:defRPr sz="1800" kern="1200">
                          <a:solidFill>
                            <a:schemeClr val="tx1"/>
                          </a:solidFill>
                          <a:latin typeface="Calibri"/>
                        </a:defRPr>
                      </a:lvl4pPr>
                      <a:lvl5pPr marL="1828800" algn="l" defTabSz="914400" rtl="0" eaLnBrk="1" latinLnBrk="1" hangingPunct="1">
                        <a:defRPr sz="1800" kern="1200">
                          <a:solidFill>
                            <a:schemeClr val="tx1"/>
                          </a:solidFill>
                          <a:latin typeface="Calibri"/>
                        </a:defRPr>
                      </a:lvl5pPr>
                      <a:lvl6pPr marL="2286000" algn="l" defTabSz="914400" rtl="0" eaLnBrk="1" latinLnBrk="1" hangingPunct="1">
                        <a:defRPr sz="1800" kern="1200">
                          <a:solidFill>
                            <a:schemeClr val="tx1"/>
                          </a:solidFill>
                          <a:latin typeface="Calibri"/>
                        </a:defRPr>
                      </a:lvl6pPr>
                      <a:lvl7pPr marL="2743200" algn="l" defTabSz="914400" rtl="0" eaLnBrk="1" latinLnBrk="1" hangingPunct="1">
                        <a:defRPr sz="1800" kern="1200">
                          <a:solidFill>
                            <a:schemeClr val="tx1"/>
                          </a:solidFill>
                          <a:latin typeface="Calibri"/>
                        </a:defRPr>
                      </a:lvl7pPr>
                      <a:lvl8pPr marL="3200400" algn="l" defTabSz="914400" rtl="0" eaLnBrk="1" latinLnBrk="1" hangingPunct="1">
                        <a:defRPr sz="1800" kern="1200">
                          <a:solidFill>
                            <a:schemeClr val="tx1"/>
                          </a:solidFill>
                          <a:latin typeface="Calibri"/>
                        </a:defRPr>
                      </a:lvl8pPr>
                      <a:lvl9pPr marL="3657600" algn="l" defTabSz="914400" rtl="0" eaLnBrk="1" latinLnBrk="1" hangingPunct="1">
                        <a:defRPr sz="1800" kern="1200">
                          <a:solidFill>
                            <a:schemeClr val="tx1"/>
                          </a:solidFill>
                          <a:latin typeface="Calibri"/>
                        </a:defRPr>
                      </a:lvl9pPr>
                    </a:lstStyle>
                    <a:p>
                      <a:pPr>
                        <a:lnSpc>
                          <a:spcPct val="115000"/>
                        </a:lnSpc>
                        <a:spcAft>
                          <a:spcPts val="0"/>
                        </a:spcAft>
                      </a:pPr>
                      <a:r>
                        <a:rPr lang="en-GB" sz="1000" b="1" dirty="0">
                          <a:effectLst/>
                        </a:rPr>
                        <a:t>Description</a:t>
                      </a:r>
                      <a:endParaRPr lang="en-GB" sz="1000" b="1" dirty="0">
                        <a:solidFill>
                          <a:schemeClr val="tx1"/>
                        </a:solidFill>
                        <a:effectLst/>
                        <a:latin typeface="Calibri"/>
                        <a:ea typeface="Calibri"/>
                        <a:cs typeface="Times New Roman"/>
                      </a:endParaRPr>
                    </a:p>
                  </a:txBody>
                  <a:tcPr marL="68569" marR="68569" marT="0" marB="0">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65000"/>
                      </a:sysClr>
                    </a:solidFill>
                  </a:tcPr>
                </a:tc>
                <a:tc>
                  <a:txBody>
                    <a:bodyPr/>
                    <a:lstStyle>
                      <a:lvl1pPr marL="0" algn="l" defTabSz="914400" rtl="0" eaLnBrk="1" latinLnBrk="1" hangingPunct="1">
                        <a:defRPr sz="1800" kern="1200">
                          <a:solidFill>
                            <a:schemeClr val="tx1"/>
                          </a:solidFill>
                          <a:latin typeface="Calibri"/>
                        </a:defRPr>
                      </a:lvl1pPr>
                      <a:lvl2pPr marL="457200" algn="l" defTabSz="914400" rtl="0" eaLnBrk="1" latinLnBrk="1" hangingPunct="1">
                        <a:defRPr sz="1800" kern="1200">
                          <a:solidFill>
                            <a:schemeClr val="tx1"/>
                          </a:solidFill>
                          <a:latin typeface="Calibri"/>
                        </a:defRPr>
                      </a:lvl2pPr>
                      <a:lvl3pPr marL="914400" algn="l" defTabSz="914400" rtl="0" eaLnBrk="1" latinLnBrk="1" hangingPunct="1">
                        <a:defRPr sz="1800" kern="1200">
                          <a:solidFill>
                            <a:schemeClr val="tx1"/>
                          </a:solidFill>
                          <a:latin typeface="Calibri"/>
                        </a:defRPr>
                      </a:lvl3pPr>
                      <a:lvl4pPr marL="1371600" algn="l" defTabSz="914400" rtl="0" eaLnBrk="1" latinLnBrk="1" hangingPunct="1">
                        <a:defRPr sz="1800" kern="1200">
                          <a:solidFill>
                            <a:schemeClr val="tx1"/>
                          </a:solidFill>
                          <a:latin typeface="Calibri"/>
                        </a:defRPr>
                      </a:lvl4pPr>
                      <a:lvl5pPr marL="1828800" algn="l" defTabSz="914400" rtl="0" eaLnBrk="1" latinLnBrk="1" hangingPunct="1">
                        <a:defRPr sz="1800" kern="1200">
                          <a:solidFill>
                            <a:schemeClr val="tx1"/>
                          </a:solidFill>
                          <a:latin typeface="Calibri"/>
                        </a:defRPr>
                      </a:lvl5pPr>
                      <a:lvl6pPr marL="2286000" algn="l" defTabSz="914400" rtl="0" eaLnBrk="1" latinLnBrk="1" hangingPunct="1">
                        <a:defRPr sz="1800" kern="1200">
                          <a:solidFill>
                            <a:schemeClr val="tx1"/>
                          </a:solidFill>
                          <a:latin typeface="Calibri"/>
                        </a:defRPr>
                      </a:lvl6pPr>
                      <a:lvl7pPr marL="2743200" algn="l" defTabSz="914400" rtl="0" eaLnBrk="1" latinLnBrk="1" hangingPunct="1">
                        <a:defRPr sz="1800" kern="1200">
                          <a:solidFill>
                            <a:schemeClr val="tx1"/>
                          </a:solidFill>
                          <a:latin typeface="Calibri"/>
                        </a:defRPr>
                      </a:lvl7pPr>
                      <a:lvl8pPr marL="3200400" algn="l" defTabSz="914400" rtl="0" eaLnBrk="1" latinLnBrk="1" hangingPunct="1">
                        <a:defRPr sz="1800" kern="1200">
                          <a:solidFill>
                            <a:schemeClr val="tx1"/>
                          </a:solidFill>
                          <a:latin typeface="Calibri"/>
                        </a:defRPr>
                      </a:lvl8pPr>
                      <a:lvl9pPr marL="3657600" algn="l" defTabSz="914400" rtl="0" eaLnBrk="1" latinLnBrk="1" hangingPunct="1">
                        <a:defRPr sz="1800" kern="1200">
                          <a:solidFill>
                            <a:schemeClr val="tx1"/>
                          </a:solidFill>
                          <a:latin typeface="Calibri"/>
                        </a:defRPr>
                      </a:lvl9pPr>
                    </a:lstStyle>
                    <a:p>
                      <a:pPr>
                        <a:lnSpc>
                          <a:spcPct val="115000"/>
                        </a:lnSpc>
                        <a:spcAft>
                          <a:spcPts val="0"/>
                        </a:spcAft>
                      </a:pPr>
                      <a:r>
                        <a:rPr lang="en-GB" sz="1000" b="1" dirty="0">
                          <a:effectLst/>
                        </a:rPr>
                        <a:t>Interface</a:t>
                      </a:r>
                      <a:endParaRPr lang="en-GB" sz="1000" b="1" dirty="0">
                        <a:solidFill>
                          <a:schemeClr val="tx1"/>
                        </a:solidFill>
                        <a:effectLst/>
                        <a:latin typeface="Calibri"/>
                        <a:ea typeface="Calibri"/>
                        <a:cs typeface="Times New Roman"/>
                      </a:endParaRPr>
                    </a:p>
                  </a:txBody>
                  <a:tcPr marL="68569" marR="68569" marT="0" marB="0">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65000"/>
                      </a:sysClr>
                    </a:solidFill>
                  </a:tcPr>
                </a:tc>
                <a:tc>
                  <a:txBody>
                    <a:bodyPr/>
                    <a:lstStyle>
                      <a:lvl1pPr marL="0" algn="l" defTabSz="914400" rtl="0" eaLnBrk="1" latinLnBrk="1" hangingPunct="1">
                        <a:defRPr sz="1800" kern="1200">
                          <a:solidFill>
                            <a:schemeClr val="tx1"/>
                          </a:solidFill>
                          <a:latin typeface="Calibri"/>
                        </a:defRPr>
                      </a:lvl1pPr>
                      <a:lvl2pPr marL="457200" algn="l" defTabSz="914400" rtl="0" eaLnBrk="1" latinLnBrk="1" hangingPunct="1">
                        <a:defRPr sz="1800" kern="1200">
                          <a:solidFill>
                            <a:schemeClr val="tx1"/>
                          </a:solidFill>
                          <a:latin typeface="Calibri"/>
                        </a:defRPr>
                      </a:lvl2pPr>
                      <a:lvl3pPr marL="914400" algn="l" defTabSz="914400" rtl="0" eaLnBrk="1" latinLnBrk="1" hangingPunct="1">
                        <a:defRPr sz="1800" kern="1200">
                          <a:solidFill>
                            <a:schemeClr val="tx1"/>
                          </a:solidFill>
                          <a:latin typeface="Calibri"/>
                        </a:defRPr>
                      </a:lvl3pPr>
                      <a:lvl4pPr marL="1371600" algn="l" defTabSz="914400" rtl="0" eaLnBrk="1" latinLnBrk="1" hangingPunct="1">
                        <a:defRPr sz="1800" kern="1200">
                          <a:solidFill>
                            <a:schemeClr val="tx1"/>
                          </a:solidFill>
                          <a:latin typeface="Calibri"/>
                        </a:defRPr>
                      </a:lvl4pPr>
                      <a:lvl5pPr marL="1828800" algn="l" defTabSz="914400" rtl="0" eaLnBrk="1" latinLnBrk="1" hangingPunct="1">
                        <a:defRPr sz="1800" kern="1200">
                          <a:solidFill>
                            <a:schemeClr val="tx1"/>
                          </a:solidFill>
                          <a:latin typeface="Calibri"/>
                        </a:defRPr>
                      </a:lvl5pPr>
                      <a:lvl6pPr marL="2286000" algn="l" defTabSz="914400" rtl="0" eaLnBrk="1" latinLnBrk="1" hangingPunct="1">
                        <a:defRPr sz="1800" kern="1200">
                          <a:solidFill>
                            <a:schemeClr val="tx1"/>
                          </a:solidFill>
                          <a:latin typeface="Calibri"/>
                        </a:defRPr>
                      </a:lvl6pPr>
                      <a:lvl7pPr marL="2743200" algn="l" defTabSz="914400" rtl="0" eaLnBrk="1" latinLnBrk="1" hangingPunct="1">
                        <a:defRPr sz="1800" kern="1200">
                          <a:solidFill>
                            <a:schemeClr val="tx1"/>
                          </a:solidFill>
                          <a:latin typeface="Calibri"/>
                        </a:defRPr>
                      </a:lvl7pPr>
                      <a:lvl8pPr marL="3200400" algn="l" defTabSz="914400" rtl="0" eaLnBrk="1" latinLnBrk="1" hangingPunct="1">
                        <a:defRPr sz="1800" kern="1200">
                          <a:solidFill>
                            <a:schemeClr val="tx1"/>
                          </a:solidFill>
                          <a:latin typeface="Calibri"/>
                        </a:defRPr>
                      </a:lvl8pPr>
                      <a:lvl9pPr marL="3657600" algn="l" defTabSz="914400" rtl="0" eaLnBrk="1" latinLnBrk="1" hangingPunct="1">
                        <a:defRPr sz="1800" kern="1200">
                          <a:solidFill>
                            <a:schemeClr val="tx1"/>
                          </a:solidFill>
                          <a:latin typeface="Calibri"/>
                        </a:defRPr>
                      </a:lvl9pPr>
                    </a:lstStyle>
                    <a:p>
                      <a:pPr>
                        <a:lnSpc>
                          <a:spcPct val="115000"/>
                        </a:lnSpc>
                        <a:spcAft>
                          <a:spcPts val="0"/>
                        </a:spcAft>
                      </a:pPr>
                      <a:r>
                        <a:rPr lang="en-GB" sz="1000" b="1" dirty="0">
                          <a:effectLst/>
                        </a:rPr>
                        <a:t>Hardware Allocation</a:t>
                      </a:r>
                      <a:endParaRPr lang="en-GB" sz="1000" b="1" dirty="0">
                        <a:solidFill>
                          <a:schemeClr val="tx1"/>
                        </a:solidFill>
                        <a:effectLst/>
                        <a:latin typeface="Calibri"/>
                        <a:ea typeface="Calibri"/>
                        <a:cs typeface="Times New Roman"/>
                      </a:endParaRPr>
                    </a:p>
                  </a:txBody>
                  <a:tcPr marL="68569" marR="68569" marT="0" marB="0">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65000"/>
                      </a:sysClr>
                    </a:solidFill>
                  </a:tcPr>
                </a:tc>
                <a:extLst>
                  <a:ext uri="{0D108BD9-81ED-4DB2-BD59-A6C34878D82A}">
                    <a16:rowId xmlns:a16="http://schemas.microsoft.com/office/drawing/2014/main" val="10000"/>
                  </a:ext>
                </a:extLst>
              </a:tr>
              <a:tr h="192899">
                <a:tc>
                  <a:txBody>
                    <a:bodyPr/>
                    <a:lstStyle>
                      <a:lvl1pPr marL="0" algn="l" defTabSz="914400" rtl="0" eaLnBrk="1" latinLnBrk="1" hangingPunct="1">
                        <a:defRPr sz="1800" kern="1200">
                          <a:solidFill>
                            <a:schemeClr val="tx1"/>
                          </a:solidFill>
                          <a:latin typeface="Calibri"/>
                        </a:defRPr>
                      </a:lvl1pPr>
                      <a:lvl2pPr marL="457200" algn="l" defTabSz="914400" rtl="0" eaLnBrk="1" latinLnBrk="1" hangingPunct="1">
                        <a:defRPr sz="1800" kern="1200">
                          <a:solidFill>
                            <a:schemeClr val="tx1"/>
                          </a:solidFill>
                          <a:latin typeface="Calibri"/>
                        </a:defRPr>
                      </a:lvl2pPr>
                      <a:lvl3pPr marL="914400" algn="l" defTabSz="914400" rtl="0" eaLnBrk="1" latinLnBrk="1" hangingPunct="1">
                        <a:defRPr sz="1800" kern="1200">
                          <a:solidFill>
                            <a:schemeClr val="tx1"/>
                          </a:solidFill>
                          <a:latin typeface="Calibri"/>
                        </a:defRPr>
                      </a:lvl3pPr>
                      <a:lvl4pPr marL="1371600" algn="l" defTabSz="914400" rtl="0" eaLnBrk="1" latinLnBrk="1" hangingPunct="1">
                        <a:defRPr sz="1800" kern="1200">
                          <a:solidFill>
                            <a:schemeClr val="tx1"/>
                          </a:solidFill>
                          <a:latin typeface="Calibri"/>
                        </a:defRPr>
                      </a:lvl4pPr>
                      <a:lvl5pPr marL="1828800" algn="l" defTabSz="914400" rtl="0" eaLnBrk="1" latinLnBrk="1" hangingPunct="1">
                        <a:defRPr sz="1800" kern="1200">
                          <a:solidFill>
                            <a:schemeClr val="tx1"/>
                          </a:solidFill>
                          <a:latin typeface="Calibri"/>
                        </a:defRPr>
                      </a:lvl5pPr>
                      <a:lvl6pPr marL="2286000" algn="l" defTabSz="914400" rtl="0" eaLnBrk="1" latinLnBrk="1" hangingPunct="1">
                        <a:defRPr sz="1800" kern="1200">
                          <a:solidFill>
                            <a:schemeClr val="tx1"/>
                          </a:solidFill>
                          <a:latin typeface="Calibri"/>
                        </a:defRPr>
                      </a:lvl6pPr>
                      <a:lvl7pPr marL="2743200" algn="l" defTabSz="914400" rtl="0" eaLnBrk="1" latinLnBrk="1" hangingPunct="1">
                        <a:defRPr sz="1800" kern="1200">
                          <a:solidFill>
                            <a:schemeClr val="tx1"/>
                          </a:solidFill>
                          <a:latin typeface="Calibri"/>
                        </a:defRPr>
                      </a:lvl7pPr>
                      <a:lvl8pPr marL="3200400" algn="l" defTabSz="914400" rtl="0" eaLnBrk="1" latinLnBrk="1" hangingPunct="1">
                        <a:defRPr sz="1800" kern="1200">
                          <a:solidFill>
                            <a:schemeClr val="tx1"/>
                          </a:solidFill>
                          <a:latin typeface="Calibri"/>
                        </a:defRPr>
                      </a:lvl8pPr>
                      <a:lvl9pPr marL="3657600" algn="l" defTabSz="914400" rtl="0" eaLnBrk="1" latinLnBrk="1" hangingPunct="1">
                        <a:defRPr sz="1800" kern="1200">
                          <a:solidFill>
                            <a:schemeClr val="tx1"/>
                          </a:solidFill>
                          <a:latin typeface="Calibri"/>
                        </a:defRPr>
                      </a:lvl9pPr>
                    </a:lstStyle>
                    <a:p>
                      <a:pPr>
                        <a:lnSpc>
                          <a:spcPct val="115000"/>
                        </a:lnSpc>
                        <a:spcAft>
                          <a:spcPts val="0"/>
                        </a:spcAft>
                      </a:pPr>
                      <a:r>
                        <a:rPr lang="en-GB" sz="1000" dirty="0">
                          <a:effectLst/>
                        </a:rPr>
                        <a:t>XX-XX-XX:GLVAMEPR00-R0000</a:t>
                      </a:r>
                      <a:endParaRPr lang="en-GB" sz="1000" dirty="0">
                        <a:solidFill>
                          <a:schemeClr val="tx1"/>
                        </a:solidFill>
                        <a:effectLst/>
                        <a:latin typeface="Calibri"/>
                        <a:ea typeface="Calibri"/>
                        <a:cs typeface="Times New Roman"/>
                      </a:endParaRPr>
                    </a:p>
                  </a:txBody>
                  <a:tcPr marL="68569" marR="68569" marT="0" marB="0">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CCECFF"/>
                    </a:solidFill>
                  </a:tcPr>
                </a:tc>
                <a:tc>
                  <a:txBody>
                    <a:bodyPr/>
                    <a:lstStyle>
                      <a:lvl1pPr marL="0" algn="l" defTabSz="914400" rtl="0" eaLnBrk="1" latinLnBrk="1" hangingPunct="1">
                        <a:defRPr sz="1800" kern="1200">
                          <a:solidFill>
                            <a:schemeClr val="tx1"/>
                          </a:solidFill>
                          <a:latin typeface="Calibri"/>
                        </a:defRPr>
                      </a:lvl1pPr>
                      <a:lvl2pPr marL="457200" algn="l" defTabSz="914400" rtl="0" eaLnBrk="1" latinLnBrk="1" hangingPunct="1">
                        <a:defRPr sz="1800" kern="1200">
                          <a:solidFill>
                            <a:schemeClr val="tx1"/>
                          </a:solidFill>
                          <a:latin typeface="Calibri"/>
                        </a:defRPr>
                      </a:lvl2pPr>
                      <a:lvl3pPr marL="914400" algn="l" defTabSz="914400" rtl="0" eaLnBrk="1" latinLnBrk="1" hangingPunct="1">
                        <a:defRPr sz="1800" kern="1200">
                          <a:solidFill>
                            <a:schemeClr val="tx1"/>
                          </a:solidFill>
                          <a:latin typeface="Calibri"/>
                        </a:defRPr>
                      </a:lvl3pPr>
                      <a:lvl4pPr marL="1371600" algn="l" defTabSz="914400" rtl="0" eaLnBrk="1" latinLnBrk="1" hangingPunct="1">
                        <a:defRPr sz="1800" kern="1200">
                          <a:solidFill>
                            <a:schemeClr val="tx1"/>
                          </a:solidFill>
                          <a:latin typeface="Calibri"/>
                        </a:defRPr>
                      </a:lvl4pPr>
                      <a:lvl5pPr marL="1828800" algn="l" defTabSz="914400" rtl="0" eaLnBrk="1" latinLnBrk="1" hangingPunct="1">
                        <a:defRPr sz="1800" kern="1200">
                          <a:solidFill>
                            <a:schemeClr val="tx1"/>
                          </a:solidFill>
                          <a:latin typeface="Calibri"/>
                        </a:defRPr>
                      </a:lvl5pPr>
                      <a:lvl6pPr marL="2286000" algn="l" defTabSz="914400" rtl="0" eaLnBrk="1" latinLnBrk="1" hangingPunct="1">
                        <a:defRPr sz="1800" kern="1200">
                          <a:solidFill>
                            <a:schemeClr val="tx1"/>
                          </a:solidFill>
                          <a:latin typeface="Calibri"/>
                        </a:defRPr>
                      </a:lvl6pPr>
                      <a:lvl7pPr marL="2743200" algn="l" defTabSz="914400" rtl="0" eaLnBrk="1" latinLnBrk="1" hangingPunct="1">
                        <a:defRPr sz="1800" kern="1200">
                          <a:solidFill>
                            <a:schemeClr val="tx1"/>
                          </a:solidFill>
                          <a:latin typeface="Calibri"/>
                        </a:defRPr>
                      </a:lvl7pPr>
                      <a:lvl8pPr marL="3200400" algn="l" defTabSz="914400" rtl="0" eaLnBrk="1" latinLnBrk="1" hangingPunct="1">
                        <a:defRPr sz="1800" kern="1200">
                          <a:solidFill>
                            <a:schemeClr val="tx1"/>
                          </a:solidFill>
                          <a:latin typeface="Calibri"/>
                        </a:defRPr>
                      </a:lvl8pPr>
                      <a:lvl9pPr marL="3657600" algn="l" defTabSz="914400" rtl="0" eaLnBrk="1" latinLnBrk="1" hangingPunct="1">
                        <a:defRPr sz="1800" kern="1200">
                          <a:solidFill>
                            <a:schemeClr val="tx1"/>
                          </a:solidFill>
                          <a:latin typeface="Calibri"/>
                        </a:defRPr>
                      </a:lvl9pPr>
                    </a:lstStyle>
                    <a:p>
                      <a:pPr>
                        <a:lnSpc>
                          <a:spcPct val="115000"/>
                        </a:lnSpc>
                        <a:spcAft>
                          <a:spcPts val="0"/>
                        </a:spcAft>
                      </a:pPr>
                      <a:r>
                        <a:rPr lang="en-GB" sz="1000" dirty="0">
                          <a:effectLst/>
                        </a:rPr>
                        <a:t>Read Pressure Value</a:t>
                      </a:r>
                      <a:endParaRPr lang="en-GB" sz="1000" dirty="0">
                        <a:solidFill>
                          <a:schemeClr val="tx1"/>
                        </a:solidFill>
                        <a:effectLst/>
                        <a:latin typeface="Calibri"/>
                        <a:ea typeface="Calibri"/>
                        <a:cs typeface="Times New Roman"/>
                      </a:endParaRPr>
                    </a:p>
                  </a:txBody>
                  <a:tcPr marL="68569" marR="68569" marT="0" marB="0">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CCECFF"/>
                    </a:solidFill>
                  </a:tcPr>
                </a:tc>
                <a:tc>
                  <a:txBody>
                    <a:bodyPr/>
                    <a:lstStyle>
                      <a:lvl1pPr marL="0" algn="l" defTabSz="914400" rtl="0" eaLnBrk="1" latinLnBrk="1" hangingPunct="1">
                        <a:defRPr sz="1800" kern="1200">
                          <a:solidFill>
                            <a:schemeClr val="tx1"/>
                          </a:solidFill>
                          <a:latin typeface="Calibri"/>
                        </a:defRPr>
                      </a:lvl1pPr>
                      <a:lvl2pPr marL="457200" algn="l" defTabSz="914400" rtl="0" eaLnBrk="1" latinLnBrk="1" hangingPunct="1">
                        <a:defRPr sz="1800" kern="1200">
                          <a:solidFill>
                            <a:schemeClr val="tx1"/>
                          </a:solidFill>
                          <a:latin typeface="Calibri"/>
                        </a:defRPr>
                      </a:lvl2pPr>
                      <a:lvl3pPr marL="914400" algn="l" defTabSz="914400" rtl="0" eaLnBrk="1" latinLnBrk="1" hangingPunct="1">
                        <a:defRPr sz="1800" kern="1200">
                          <a:solidFill>
                            <a:schemeClr val="tx1"/>
                          </a:solidFill>
                          <a:latin typeface="Calibri"/>
                        </a:defRPr>
                      </a:lvl3pPr>
                      <a:lvl4pPr marL="1371600" algn="l" defTabSz="914400" rtl="0" eaLnBrk="1" latinLnBrk="1" hangingPunct="1">
                        <a:defRPr sz="1800" kern="1200">
                          <a:solidFill>
                            <a:schemeClr val="tx1"/>
                          </a:solidFill>
                          <a:latin typeface="Calibri"/>
                        </a:defRPr>
                      </a:lvl4pPr>
                      <a:lvl5pPr marL="1828800" algn="l" defTabSz="914400" rtl="0" eaLnBrk="1" latinLnBrk="1" hangingPunct="1">
                        <a:defRPr sz="1800" kern="1200">
                          <a:solidFill>
                            <a:schemeClr val="tx1"/>
                          </a:solidFill>
                          <a:latin typeface="Calibri"/>
                        </a:defRPr>
                      </a:lvl5pPr>
                      <a:lvl6pPr marL="2286000" algn="l" defTabSz="914400" rtl="0" eaLnBrk="1" latinLnBrk="1" hangingPunct="1">
                        <a:defRPr sz="1800" kern="1200">
                          <a:solidFill>
                            <a:schemeClr val="tx1"/>
                          </a:solidFill>
                          <a:latin typeface="Calibri"/>
                        </a:defRPr>
                      </a:lvl6pPr>
                      <a:lvl7pPr marL="2743200" algn="l" defTabSz="914400" rtl="0" eaLnBrk="1" latinLnBrk="1" hangingPunct="1">
                        <a:defRPr sz="1800" kern="1200">
                          <a:solidFill>
                            <a:schemeClr val="tx1"/>
                          </a:solidFill>
                          <a:latin typeface="Calibri"/>
                        </a:defRPr>
                      </a:lvl7pPr>
                      <a:lvl8pPr marL="3200400" algn="l" defTabSz="914400" rtl="0" eaLnBrk="1" latinLnBrk="1" hangingPunct="1">
                        <a:defRPr sz="1800" kern="1200">
                          <a:solidFill>
                            <a:schemeClr val="tx1"/>
                          </a:solidFill>
                          <a:latin typeface="Calibri"/>
                        </a:defRPr>
                      </a:lvl8pPr>
                      <a:lvl9pPr marL="3657600" algn="l" defTabSz="914400" rtl="0" eaLnBrk="1" latinLnBrk="1" hangingPunct="1">
                        <a:defRPr sz="1800" kern="1200">
                          <a:solidFill>
                            <a:schemeClr val="tx1"/>
                          </a:solidFill>
                          <a:latin typeface="Calibri"/>
                        </a:defRPr>
                      </a:lvl9pPr>
                    </a:lstStyle>
                    <a:p>
                      <a:pPr>
                        <a:lnSpc>
                          <a:spcPct val="115000"/>
                        </a:lnSpc>
                        <a:spcAft>
                          <a:spcPts val="0"/>
                        </a:spcAft>
                      </a:pPr>
                      <a:r>
                        <a:rPr lang="en-GB" sz="1000">
                          <a:effectLst/>
                        </a:rPr>
                        <a:t>PON</a:t>
                      </a:r>
                      <a:endParaRPr lang="en-GB" sz="1000">
                        <a:solidFill>
                          <a:schemeClr val="tx1"/>
                        </a:solidFill>
                        <a:effectLst/>
                        <a:latin typeface="Calibri"/>
                        <a:ea typeface="Calibri"/>
                        <a:cs typeface="Times New Roman"/>
                      </a:endParaRPr>
                    </a:p>
                  </a:txBody>
                  <a:tcPr marL="68569" marR="68569" marT="0" marB="0">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CCECFF"/>
                    </a:solidFill>
                  </a:tcPr>
                </a:tc>
                <a:tc>
                  <a:txBody>
                    <a:bodyPr/>
                    <a:lstStyle>
                      <a:lvl1pPr marL="0" algn="l" defTabSz="914400" rtl="0" eaLnBrk="1" latinLnBrk="1" hangingPunct="1">
                        <a:defRPr sz="1800" kern="1200">
                          <a:solidFill>
                            <a:schemeClr val="tx1"/>
                          </a:solidFill>
                          <a:latin typeface="Calibri"/>
                        </a:defRPr>
                      </a:lvl1pPr>
                      <a:lvl2pPr marL="457200" algn="l" defTabSz="914400" rtl="0" eaLnBrk="1" latinLnBrk="1" hangingPunct="1">
                        <a:defRPr sz="1800" kern="1200">
                          <a:solidFill>
                            <a:schemeClr val="tx1"/>
                          </a:solidFill>
                          <a:latin typeface="Calibri"/>
                        </a:defRPr>
                      </a:lvl2pPr>
                      <a:lvl3pPr marL="914400" algn="l" defTabSz="914400" rtl="0" eaLnBrk="1" latinLnBrk="1" hangingPunct="1">
                        <a:defRPr sz="1800" kern="1200">
                          <a:solidFill>
                            <a:schemeClr val="tx1"/>
                          </a:solidFill>
                          <a:latin typeface="Calibri"/>
                        </a:defRPr>
                      </a:lvl3pPr>
                      <a:lvl4pPr marL="1371600" algn="l" defTabSz="914400" rtl="0" eaLnBrk="1" latinLnBrk="1" hangingPunct="1">
                        <a:defRPr sz="1800" kern="1200">
                          <a:solidFill>
                            <a:schemeClr val="tx1"/>
                          </a:solidFill>
                          <a:latin typeface="Calibri"/>
                        </a:defRPr>
                      </a:lvl4pPr>
                      <a:lvl5pPr marL="1828800" algn="l" defTabSz="914400" rtl="0" eaLnBrk="1" latinLnBrk="1" hangingPunct="1">
                        <a:defRPr sz="1800" kern="1200">
                          <a:solidFill>
                            <a:schemeClr val="tx1"/>
                          </a:solidFill>
                          <a:latin typeface="Calibri"/>
                        </a:defRPr>
                      </a:lvl5pPr>
                      <a:lvl6pPr marL="2286000" algn="l" defTabSz="914400" rtl="0" eaLnBrk="1" latinLnBrk="1" hangingPunct="1">
                        <a:defRPr sz="1800" kern="1200">
                          <a:solidFill>
                            <a:schemeClr val="tx1"/>
                          </a:solidFill>
                          <a:latin typeface="Calibri"/>
                        </a:defRPr>
                      </a:lvl6pPr>
                      <a:lvl7pPr marL="2743200" algn="l" defTabSz="914400" rtl="0" eaLnBrk="1" latinLnBrk="1" hangingPunct="1">
                        <a:defRPr sz="1800" kern="1200">
                          <a:solidFill>
                            <a:schemeClr val="tx1"/>
                          </a:solidFill>
                          <a:latin typeface="Calibri"/>
                        </a:defRPr>
                      </a:lvl7pPr>
                      <a:lvl8pPr marL="3200400" algn="l" defTabSz="914400" rtl="0" eaLnBrk="1" latinLnBrk="1" hangingPunct="1">
                        <a:defRPr sz="1800" kern="1200">
                          <a:solidFill>
                            <a:schemeClr val="tx1"/>
                          </a:solidFill>
                          <a:latin typeface="Calibri"/>
                        </a:defRPr>
                      </a:lvl8pPr>
                      <a:lvl9pPr marL="3657600" algn="l" defTabSz="914400" rtl="0" eaLnBrk="1" latinLnBrk="1" hangingPunct="1">
                        <a:defRPr sz="1800" kern="1200">
                          <a:solidFill>
                            <a:schemeClr val="tx1"/>
                          </a:solidFill>
                          <a:latin typeface="Calibri"/>
                        </a:defRPr>
                      </a:lvl9pPr>
                    </a:lstStyle>
                    <a:p>
                      <a:pPr>
                        <a:lnSpc>
                          <a:spcPct val="115000"/>
                        </a:lnSpc>
                        <a:spcAft>
                          <a:spcPts val="0"/>
                        </a:spcAft>
                      </a:pPr>
                      <a:r>
                        <a:rPr lang="en-GB" sz="1000" dirty="0">
                          <a:effectLst/>
                        </a:rPr>
                        <a:t> FPGA</a:t>
                      </a:r>
                      <a:endParaRPr lang="en-GB" sz="1000" dirty="0">
                        <a:solidFill>
                          <a:schemeClr val="tx1"/>
                        </a:solidFill>
                        <a:effectLst/>
                        <a:latin typeface="Calibri"/>
                        <a:ea typeface="Calibri"/>
                        <a:cs typeface="Times New Roman"/>
                      </a:endParaRPr>
                    </a:p>
                  </a:txBody>
                  <a:tcPr marL="68569" marR="68569" marT="0" marB="0">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CCECFF"/>
                    </a:solidFill>
                  </a:tcPr>
                </a:tc>
                <a:extLst>
                  <a:ext uri="{0D108BD9-81ED-4DB2-BD59-A6C34878D82A}">
                    <a16:rowId xmlns:a16="http://schemas.microsoft.com/office/drawing/2014/main" val="10001"/>
                  </a:ext>
                </a:extLst>
              </a:tr>
              <a:tr h="192899">
                <a:tc>
                  <a:txBody>
                    <a:bodyPr/>
                    <a:lstStyle>
                      <a:lvl1pPr marL="0" algn="l" defTabSz="914400" rtl="0" eaLnBrk="1" latinLnBrk="1" hangingPunct="1">
                        <a:defRPr sz="1800" kern="1200">
                          <a:solidFill>
                            <a:schemeClr val="tx1"/>
                          </a:solidFill>
                          <a:latin typeface="Calibri"/>
                        </a:defRPr>
                      </a:lvl1pPr>
                      <a:lvl2pPr marL="457200" algn="l" defTabSz="914400" rtl="0" eaLnBrk="1" latinLnBrk="1" hangingPunct="1">
                        <a:defRPr sz="1800" kern="1200">
                          <a:solidFill>
                            <a:schemeClr val="tx1"/>
                          </a:solidFill>
                          <a:latin typeface="Calibri"/>
                        </a:defRPr>
                      </a:lvl2pPr>
                      <a:lvl3pPr marL="914400" algn="l" defTabSz="914400" rtl="0" eaLnBrk="1" latinLnBrk="1" hangingPunct="1">
                        <a:defRPr sz="1800" kern="1200">
                          <a:solidFill>
                            <a:schemeClr val="tx1"/>
                          </a:solidFill>
                          <a:latin typeface="Calibri"/>
                        </a:defRPr>
                      </a:lvl3pPr>
                      <a:lvl4pPr marL="1371600" algn="l" defTabSz="914400" rtl="0" eaLnBrk="1" latinLnBrk="1" hangingPunct="1">
                        <a:defRPr sz="1800" kern="1200">
                          <a:solidFill>
                            <a:schemeClr val="tx1"/>
                          </a:solidFill>
                          <a:latin typeface="Calibri"/>
                        </a:defRPr>
                      </a:lvl4pPr>
                      <a:lvl5pPr marL="1828800" algn="l" defTabSz="914400" rtl="0" eaLnBrk="1" latinLnBrk="1" hangingPunct="1">
                        <a:defRPr sz="1800" kern="1200">
                          <a:solidFill>
                            <a:schemeClr val="tx1"/>
                          </a:solidFill>
                          <a:latin typeface="Calibri"/>
                        </a:defRPr>
                      </a:lvl5pPr>
                      <a:lvl6pPr marL="2286000" algn="l" defTabSz="914400" rtl="0" eaLnBrk="1" latinLnBrk="1" hangingPunct="1">
                        <a:defRPr sz="1800" kern="1200">
                          <a:solidFill>
                            <a:schemeClr val="tx1"/>
                          </a:solidFill>
                          <a:latin typeface="Calibri"/>
                        </a:defRPr>
                      </a:lvl6pPr>
                      <a:lvl7pPr marL="2743200" algn="l" defTabSz="914400" rtl="0" eaLnBrk="1" latinLnBrk="1" hangingPunct="1">
                        <a:defRPr sz="1800" kern="1200">
                          <a:solidFill>
                            <a:schemeClr val="tx1"/>
                          </a:solidFill>
                          <a:latin typeface="Calibri"/>
                        </a:defRPr>
                      </a:lvl7pPr>
                      <a:lvl8pPr marL="3200400" algn="l" defTabSz="914400" rtl="0" eaLnBrk="1" latinLnBrk="1" hangingPunct="1">
                        <a:defRPr sz="1800" kern="1200">
                          <a:solidFill>
                            <a:schemeClr val="tx1"/>
                          </a:solidFill>
                          <a:latin typeface="Calibri"/>
                        </a:defRPr>
                      </a:lvl8pPr>
                      <a:lvl9pPr marL="3657600" algn="l" defTabSz="914400" rtl="0" eaLnBrk="1" latinLnBrk="1" hangingPunct="1">
                        <a:defRPr sz="1800" kern="1200">
                          <a:solidFill>
                            <a:schemeClr val="tx1"/>
                          </a:solidFill>
                          <a:latin typeface="Calibri"/>
                        </a:defRPr>
                      </a:lvl9pPr>
                    </a:lstStyle>
                    <a:p>
                      <a:pPr>
                        <a:lnSpc>
                          <a:spcPct val="115000"/>
                        </a:lnSpc>
                        <a:spcAft>
                          <a:spcPts val="0"/>
                        </a:spcAft>
                      </a:pPr>
                      <a:r>
                        <a:rPr lang="en-GB" sz="1000" dirty="0">
                          <a:effectLst/>
                        </a:rPr>
                        <a:t>XX-XX-XX:GLVAMEPR00-E0000</a:t>
                      </a:r>
                      <a:endParaRPr lang="en-GB" sz="1000" dirty="0">
                        <a:solidFill>
                          <a:schemeClr val="tx1"/>
                        </a:solidFill>
                        <a:effectLst/>
                        <a:latin typeface="Calibri"/>
                        <a:ea typeface="Calibri"/>
                        <a:cs typeface="Times New Roman"/>
                      </a:endParaRPr>
                    </a:p>
                  </a:txBody>
                  <a:tcPr marL="68569" marR="68569" marT="0" marB="0">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CCECFF"/>
                    </a:solidFill>
                  </a:tcPr>
                </a:tc>
                <a:tc>
                  <a:txBody>
                    <a:bodyPr/>
                    <a:lstStyle>
                      <a:lvl1pPr marL="0" algn="l" defTabSz="914400" rtl="0" eaLnBrk="1" latinLnBrk="1" hangingPunct="1">
                        <a:defRPr sz="1800" kern="1200">
                          <a:solidFill>
                            <a:schemeClr val="tx1"/>
                          </a:solidFill>
                          <a:latin typeface="Calibri"/>
                        </a:defRPr>
                      </a:lvl1pPr>
                      <a:lvl2pPr marL="457200" algn="l" defTabSz="914400" rtl="0" eaLnBrk="1" latinLnBrk="1" hangingPunct="1">
                        <a:defRPr sz="1800" kern="1200">
                          <a:solidFill>
                            <a:schemeClr val="tx1"/>
                          </a:solidFill>
                          <a:latin typeface="Calibri"/>
                        </a:defRPr>
                      </a:lvl2pPr>
                      <a:lvl3pPr marL="914400" algn="l" defTabSz="914400" rtl="0" eaLnBrk="1" latinLnBrk="1" hangingPunct="1">
                        <a:defRPr sz="1800" kern="1200">
                          <a:solidFill>
                            <a:schemeClr val="tx1"/>
                          </a:solidFill>
                          <a:latin typeface="Calibri"/>
                        </a:defRPr>
                      </a:lvl3pPr>
                      <a:lvl4pPr marL="1371600" algn="l" defTabSz="914400" rtl="0" eaLnBrk="1" latinLnBrk="1" hangingPunct="1">
                        <a:defRPr sz="1800" kern="1200">
                          <a:solidFill>
                            <a:schemeClr val="tx1"/>
                          </a:solidFill>
                          <a:latin typeface="Calibri"/>
                        </a:defRPr>
                      </a:lvl4pPr>
                      <a:lvl5pPr marL="1828800" algn="l" defTabSz="914400" rtl="0" eaLnBrk="1" latinLnBrk="1" hangingPunct="1">
                        <a:defRPr sz="1800" kern="1200">
                          <a:solidFill>
                            <a:schemeClr val="tx1"/>
                          </a:solidFill>
                          <a:latin typeface="Calibri"/>
                        </a:defRPr>
                      </a:lvl5pPr>
                      <a:lvl6pPr marL="2286000" algn="l" defTabSz="914400" rtl="0" eaLnBrk="1" latinLnBrk="1" hangingPunct="1">
                        <a:defRPr sz="1800" kern="1200">
                          <a:solidFill>
                            <a:schemeClr val="tx1"/>
                          </a:solidFill>
                          <a:latin typeface="Calibri"/>
                        </a:defRPr>
                      </a:lvl6pPr>
                      <a:lvl7pPr marL="2743200" algn="l" defTabSz="914400" rtl="0" eaLnBrk="1" latinLnBrk="1" hangingPunct="1">
                        <a:defRPr sz="1800" kern="1200">
                          <a:solidFill>
                            <a:schemeClr val="tx1"/>
                          </a:solidFill>
                          <a:latin typeface="Calibri"/>
                        </a:defRPr>
                      </a:lvl7pPr>
                      <a:lvl8pPr marL="3200400" algn="l" defTabSz="914400" rtl="0" eaLnBrk="1" latinLnBrk="1" hangingPunct="1">
                        <a:defRPr sz="1800" kern="1200">
                          <a:solidFill>
                            <a:schemeClr val="tx1"/>
                          </a:solidFill>
                          <a:latin typeface="Calibri"/>
                        </a:defRPr>
                      </a:lvl8pPr>
                      <a:lvl9pPr marL="3657600" algn="l" defTabSz="914400" rtl="0" eaLnBrk="1" latinLnBrk="1" hangingPunct="1">
                        <a:defRPr sz="1800" kern="1200">
                          <a:solidFill>
                            <a:schemeClr val="tx1"/>
                          </a:solidFill>
                          <a:latin typeface="Calibri"/>
                        </a:defRPr>
                      </a:lvl9pPr>
                    </a:lstStyle>
                    <a:p>
                      <a:pPr>
                        <a:lnSpc>
                          <a:spcPct val="115000"/>
                        </a:lnSpc>
                        <a:spcAft>
                          <a:spcPts val="0"/>
                        </a:spcAft>
                      </a:pPr>
                      <a:r>
                        <a:rPr lang="en-GB" sz="1000" dirty="0">
                          <a:effectLst/>
                        </a:rPr>
                        <a:t>Read Pressure Error</a:t>
                      </a:r>
                      <a:endParaRPr lang="en-GB" sz="1000" dirty="0">
                        <a:solidFill>
                          <a:schemeClr val="tx1"/>
                        </a:solidFill>
                        <a:effectLst/>
                        <a:latin typeface="Calibri"/>
                        <a:ea typeface="Calibri"/>
                        <a:cs typeface="Times New Roman"/>
                      </a:endParaRPr>
                    </a:p>
                  </a:txBody>
                  <a:tcPr marL="68569" marR="68569" marT="0" marB="0">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CCECFF"/>
                    </a:solidFill>
                  </a:tcPr>
                </a:tc>
                <a:tc>
                  <a:txBody>
                    <a:bodyPr/>
                    <a:lstStyle>
                      <a:lvl1pPr marL="0" algn="l" defTabSz="914400" rtl="0" eaLnBrk="1" latinLnBrk="1" hangingPunct="1">
                        <a:defRPr sz="1800" kern="1200">
                          <a:solidFill>
                            <a:schemeClr val="tx1"/>
                          </a:solidFill>
                          <a:latin typeface="Calibri"/>
                        </a:defRPr>
                      </a:lvl1pPr>
                      <a:lvl2pPr marL="457200" algn="l" defTabSz="914400" rtl="0" eaLnBrk="1" latinLnBrk="1" hangingPunct="1">
                        <a:defRPr sz="1800" kern="1200">
                          <a:solidFill>
                            <a:schemeClr val="tx1"/>
                          </a:solidFill>
                          <a:latin typeface="Calibri"/>
                        </a:defRPr>
                      </a:lvl2pPr>
                      <a:lvl3pPr marL="914400" algn="l" defTabSz="914400" rtl="0" eaLnBrk="1" latinLnBrk="1" hangingPunct="1">
                        <a:defRPr sz="1800" kern="1200">
                          <a:solidFill>
                            <a:schemeClr val="tx1"/>
                          </a:solidFill>
                          <a:latin typeface="Calibri"/>
                        </a:defRPr>
                      </a:lvl3pPr>
                      <a:lvl4pPr marL="1371600" algn="l" defTabSz="914400" rtl="0" eaLnBrk="1" latinLnBrk="1" hangingPunct="1">
                        <a:defRPr sz="1800" kern="1200">
                          <a:solidFill>
                            <a:schemeClr val="tx1"/>
                          </a:solidFill>
                          <a:latin typeface="Calibri"/>
                        </a:defRPr>
                      </a:lvl4pPr>
                      <a:lvl5pPr marL="1828800" algn="l" defTabSz="914400" rtl="0" eaLnBrk="1" latinLnBrk="1" hangingPunct="1">
                        <a:defRPr sz="1800" kern="1200">
                          <a:solidFill>
                            <a:schemeClr val="tx1"/>
                          </a:solidFill>
                          <a:latin typeface="Calibri"/>
                        </a:defRPr>
                      </a:lvl5pPr>
                      <a:lvl6pPr marL="2286000" algn="l" defTabSz="914400" rtl="0" eaLnBrk="1" latinLnBrk="1" hangingPunct="1">
                        <a:defRPr sz="1800" kern="1200">
                          <a:solidFill>
                            <a:schemeClr val="tx1"/>
                          </a:solidFill>
                          <a:latin typeface="Calibri"/>
                        </a:defRPr>
                      </a:lvl6pPr>
                      <a:lvl7pPr marL="2743200" algn="l" defTabSz="914400" rtl="0" eaLnBrk="1" latinLnBrk="1" hangingPunct="1">
                        <a:defRPr sz="1800" kern="1200">
                          <a:solidFill>
                            <a:schemeClr val="tx1"/>
                          </a:solidFill>
                          <a:latin typeface="Calibri"/>
                        </a:defRPr>
                      </a:lvl7pPr>
                      <a:lvl8pPr marL="3200400" algn="l" defTabSz="914400" rtl="0" eaLnBrk="1" latinLnBrk="1" hangingPunct="1">
                        <a:defRPr sz="1800" kern="1200">
                          <a:solidFill>
                            <a:schemeClr val="tx1"/>
                          </a:solidFill>
                          <a:latin typeface="Calibri"/>
                        </a:defRPr>
                      </a:lvl8pPr>
                      <a:lvl9pPr marL="3657600" algn="l" defTabSz="914400" rtl="0" eaLnBrk="1" latinLnBrk="1" hangingPunct="1">
                        <a:defRPr sz="1800" kern="1200">
                          <a:solidFill>
                            <a:schemeClr val="tx1"/>
                          </a:solidFill>
                          <a:latin typeface="Calibri"/>
                        </a:defRPr>
                      </a:lvl9pPr>
                    </a:lstStyle>
                    <a:p>
                      <a:pPr>
                        <a:lnSpc>
                          <a:spcPct val="115000"/>
                        </a:lnSpc>
                        <a:spcAft>
                          <a:spcPts val="0"/>
                        </a:spcAft>
                      </a:pPr>
                      <a:r>
                        <a:rPr lang="en-GB" sz="1000" dirty="0">
                          <a:effectLst/>
                        </a:rPr>
                        <a:t>PON</a:t>
                      </a:r>
                      <a:endParaRPr lang="en-GB" sz="1000" dirty="0">
                        <a:solidFill>
                          <a:schemeClr val="tx1"/>
                        </a:solidFill>
                        <a:effectLst/>
                        <a:latin typeface="Calibri"/>
                        <a:ea typeface="Calibri"/>
                        <a:cs typeface="Times New Roman"/>
                      </a:endParaRPr>
                    </a:p>
                  </a:txBody>
                  <a:tcPr marL="68569" marR="68569" marT="0" marB="0">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CCECFF"/>
                    </a:solidFill>
                  </a:tcPr>
                </a:tc>
                <a:tc>
                  <a:txBody>
                    <a:bodyPr/>
                    <a:lstStyle>
                      <a:lvl1pPr marL="0" algn="l" defTabSz="914400" rtl="0" eaLnBrk="1" latinLnBrk="1" hangingPunct="1">
                        <a:defRPr sz="1800" kern="1200">
                          <a:solidFill>
                            <a:schemeClr val="tx1"/>
                          </a:solidFill>
                          <a:latin typeface="Calibri"/>
                        </a:defRPr>
                      </a:lvl1pPr>
                      <a:lvl2pPr marL="457200" algn="l" defTabSz="914400" rtl="0" eaLnBrk="1" latinLnBrk="1" hangingPunct="1">
                        <a:defRPr sz="1800" kern="1200">
                          <a:solidFill>
                            <a:schemeClr val="tx1"/>
                          </a:solidFill>
                          <a:latin typeface="Calibri"/>
                        </a:defRPr>
                      </a:lvl2pPr>
                      <a:lvl3pPr marL="914400" algn="l" defTabSz="914400" rtl="0" eaLnBrk="1" latinLnBrk="1" hangingPunct="1">
                        <a:defRPr sz="1800" kern="1200">
                          <a:solidFill>
                            <a:schemeClr val="tx1"/>
                          </a:solidFill>
                          <a:latin typeface="Calibri"/>
                        </a:defRPr>
                      </a:lvl3pPr>
                      <a:lvl4pPr marL="1371600" algn="l" defTabSz="914400" rtl="0" eaLnBrk="1" latinLnBrk="1" hangingPunct="1">
                        <a:defRPr sz="1800" kern="1200">
                          <a:solidFill>
                            <a:schemeClr val="tx1"/>
                          </a:solidFill>
                          <a:latin typeface="Calibri"/>
                        </a:defRPr>
                      </a:lvl4pPr>
                      <a:lvl5pPr marL="1828800" algn="l" defTabSz="914400" rtl="0" eaLnBrk="1" latinLnBrk="1" hangingPunct="1">
                        <a:defRPr sz="1800" kern="1200">
                          <a:solidFill>
                            <a:schemeClr val="tx1"/>
                          </a:solidFill>
                          <a:latin typeface="Calibri"/>
                        </a:defRPr>
                      </a:lvl5pPr>
                      <a:lvl6pPr marL="2286000" algn="l" defTabSz="914400" rtl="0" eaLnBrk="1" latinLnBrk="1" hangingPunct="1">
                        <a:defRPr sz="1800" kern="1200">
                          <a:solidFill>
                            <a:schemeClr val="tx1"/>
                          </a:solidFill>
                          <a:latin typeface="Calibri"/>
                        </a:defRPr>
                      </a:lvl6pPr>
                      <a:lvl7pPr marL="2743200" algn="l" defTabSz="914400" rtl="0" eaLnBrk="1" latinLnBrk="1" hangingPunct="1">
                        <a:defRPr sz="1800" kern="1200">
                          <a:solidFill>
                            <a:schemeClr val="tx1"/>
                          </a:solidFill>
                          <a:latin typeface="Calibri"/>
                        </a:defRPr>
                      </a:lvl7pPr>
                      <a:lvl8pPr marL="3200400" algn="l" defTabSz="914400" rtl="0" eaLnBrk="1" latinLnBrk="1" hangingPunct="1">
                        <a:defRPr sz="1800" kern="1200">
                          <a:solidFill>
                            <a:schemeClr val="tx1"/>
                          </a:solidFill>
                          <a:latin typeface="Calibri"/>
                        </a:defRPr>
                      </a:lvl8pPr>
                      <a:lvl9pPr marL="3657600" algn="l" defTabSz="914400" rtl="0" eaLnBrk="1" latinLnBrk="1" hangingPunct="1">
                        <a:defRPr sz="1800" kern="1200">
                          <a:solidFill>
                            <a:schemeClr val="tx1"/>
                          </a:solidFill>
                          <a:latin typeface="Calibri"/>
                        </a:defRPr>
                      </a:lvl9pPr>
                    </a:lstStyle>
                    <a:p>
                      <a:pPr>
                        <a:lnSpc>
                          <a:spcPct val="115000"/>
                        </a:lnSpc>
                        <a:spcAft>
                          <a:spcPts val="0"/>
                        </a:spcAft>
                      </a:pPr>
                      <a:r>
                        <a:rPr lang="en-GB" sz="1000" dirty="0">
                          <a:effectLst/>
                        </a:rPr>
                        <a:t> FPGA</a:t>
                      </a:r>
                      <a:endParaRPr lang="en-GB" sz="1000" dirty="0">
                        <a:solidFill>
                          <a:schemeClr val="tx1"/>
                        </a:solidFill>
                        <a:effectLst/>
                        <a:latin typeface="Calibri"/>
                        <a:ea typeface="Calibri"/>
                        <a:cs typeface="Times New Roman"/>
                      </a:endParaRPr>
                    </a:p>
                  </a:txBody>
                  <a:tcPr marL="68569" marR="68569" marT="0" marB="0">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CCECFF"/>
                    </a:solidFill>
                  </a:tcPr>
                </a:tc>
                <a:extLst>
                  <a:ext uri="{0D108BD9-81ED-4DB2-BD59-A6C34878D82A}">
                    <a16:rowId xmlns:a16="http://schemas.microsoft.com/office/drawing/2014/main" val="10002"/>
                  </a:ext>
                </a:extLst>
              </a:tr>
            </a:tbl>
          </a:graphicData>
        </a:graphic>
      </p:graphicFrame>
      <p:graphicFrame>
        <p:nvGraphicFramePr>
          <p:cNvPr id="12" name="Table 11"/>
          <p:cNvGraphicFramePr>
            <a:graphicFrameLocks noGrp="1"/>
          </p:cNvGraphicFramePr>
          <p:nvPr>
            <p:extLst/>
          </p:nvPr>
        </p:nvGraphicFramePr>
        <p:xfrm>
          <a:off x="6267364" y="5445224"/>
          <a:ext cx="4293134" cy="544260"/>
        </p:xfrm>
        <a:graphic>
          <a:graphicData uri="http://schemas.openxmlformats.org/drawingml/2006/table">
            <a:tbl>
              <a:tblPr firstRow="1" firstCol="1" bandRow="1"/>
              <a:tblGrid>
                <a:gridCol w="1152144">
                  <a:extLst>
                    <a:ext uri="{9D8B030D-6E8A-4147-A177-3AD203B41FA5}">
                      <a16:colId xmlns:a16="http://schemas.microsoft.com/office/drawing/2014/main" val="20000"/>
                    </a:ext>
                  </a:extLst>
                </a:gridCol>
                <a:gridCol w="3140990">
                  <a:extLst>
                    <a:ext uri="{9D8B030D-6E8A-4147-A177-3AD203B41FA5}">
                      <a16:colId xmlns:a16="http://schemas.microsoft.com/office/drawing/2014/main" val="20001"/>
                    </a:ext>
                  </a:extLst>
                </a:gridCol>
              </a:tblGrid>
              <a:tr h="0">
                <a:tc>
                  <a:txBody>
                    <a:bodyPr/>
                    <a:lstStyle>
                      <a:lvl1pPr marL="0" algn="l" defTabSz="914400" rtl="0" eaLnBrk="1" latinLnBrk="1" hangingPunct="1">
                        <a:defRPr sz="1800" kern="1200">
                          <a:solidFill>
                            <a:schemeClr val="tx1"/>
                          </a:solidFill>
                          <a:latin typeface="Calibri"/>
                        </a:defRPr>
                      </a:lvl1pPr>
                      <a:lvl2pPr marL="457200" algn="l" defTabSz="914400" rtl="0" eaLnBrk="1" latinLnBrk="1" hangingPunct="1">
                        <a:defRPr sz="1800" kern="1200">
                          <a:solidFill>
                            <a:schemeClr val="tx1"/>
                          </a:solidFill>
                          <a:latin typeface="Calibri"/>
                        </a:defRPr>
                      </a:lvl2pPr>
                      <a:lvl3pPr marL="914400" algn="l" defTabSz="914400" rtl="0" eaLnBrk="1" latinLnBrk="1" hangingPunct="1">
                        <a:defRPr sz="1800" kern="1200">
                          <a:solidFill>
                            <a:schemeClr val="tx1"/>
                          </a:solidFill>
                          <a:latin typeface="Calibri"/>
                        </a:defRPr>
                      </a:lvl3pPr>
                      <a:lvl4pPr marL="1371600" algn="l" defTabSz="914400" rtl="0" eaLnBrk="1" latinLnBrk="1" hangingPunct="1">
                        <a:defRPr sz="1800" kern="1200">
                          <a:solidFill>
                            <a:schemeClr val="tx1"/>
                          </a:solidFill>
                          <a:latin typeface="Calibri"/>
                        </a:defRPr>
                      </a:lvl4pPr>
                      <a:lvl5pPr marL="1828800" algn="l" defTabSz="914400" rtl="0" eaLnBrk="1" latinLnBrk="1" hangingPunct="1">
                        <a:defRPr sz="1800" kern="1200">
                          <a:solidFill>
                            <a:schemeClr val="tx1"/>
                          </a:solidFill>
                          <a:latin typeface="Calibri"/>
                        </a:defRPr>
                      </a:lvl5pPr>
                      <a:lvl6pPr marL="2286000" algn="l" defTabSz="914400" rtl="0" eaLnBrk="1" latinLnBrk="1" hangingPunct="1">
                        <a:defRPr sz="1800" kern="1200">
                          <a:solidFill>
                            <a:schemeClr val="tx1"/>
                          </a:solidFill>
                          <a:latin typeface="Calibri"/>
                        </a:defRPr>
                      </a:lvl6pPr>
                      <a:lvl7pPr marL="2743200" algn="l" defTabSz="914400" rtl="0" eaLnBrk="1" latinLnBrk="1" hangingPunct="1">
                        <a:defRPr sz="1800" kern="1200">
                          <a:solidFill>
                            <a:schemeClr val="tx1"/>
                          </a:solidFill>
                          <a:latin typeface="Calibri"/>
                        </a:defRPr>
                      </a:lvl7pPr>
                      <a:lvl8pPr marL="3200400" algn="l" defTabSz="914400" rtl="0" eaLnBrk="1" latinLnBrk="1" hangingPunct="1">
                        <a:defRPr sz="1800" kern="1200">
                          <a:solidFill>
                            <a:schemeClr val="tx1"/>
                          </a:solidFill>
                          <a:latin typeface="Calibri"/>
                        </a:defRPr>
                      </a:lvl8pPr>
                      <a:lvl9pPr marL="3657600" algn="l" defTabSz="914400" rtl="0" eaLnBrk="1" latinLnBrk="1" hangingPunct="1">
                        <a:defRPr sz="1800" kern="1200">
                          <a:solidFill>
                            <a:schemeClr val="tx1"/>
                          </a:solidFill>
                          <a:latin typeface="Calibri"/>
                        </a:defRPr>
                      </a:lvl9pPr>
                    </a:lstStyle>
                    <a:p>
                      <a:pPr>
                        <a:lnSpc>
                          <a:spcPct val="115000"/>
                        </a:lnSpc>
                        <a:spcAft>
                          <a:spcPts val="0"/>
                        </a:spcAft>
                      </a:pPr>
                      <a:r>
                        <a:rPr lang="en-GB" sz="1100" b="1" dirty="0">
                          <a:effectLst/>
                        </a:rPr>
                        <a:t>Constraint</a:t>
                      </a:r>
                      <a:endParaRPr lang="en-GB" sz="1100" b="1" dirty="0">
                        <a:solidFill>
                          <a:schemeClr val="tx1"/>
                        </a:solidFill>
                        <a:effectLst/>
                        <a:latin typeface="Calibri"/>
                        <a:ea typeface="Calibri"/>
                        <a:cs typeface="Times New Roman"/>
                      </a:endParaRPr>
                    </a:p>
                  </a:txBody>
                  <a:tcPr marL="68569" marR="68569" marT="0" marB="0">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65000"/>
                      </a:sysClr>
                    </a:solidFill>
                  </a:tcPr>
                </a:tc>
                <a:tc>
                  <a:txBody>
                    <a:bodyPr/>
                    <a:lstStyle>
                      <a:lvl1pPr marL="0" algn="l" defTabSz="914400" rtl="0" eaLnBrk="1" latinLnBrk="1" hangingPunct="1">
                        <a:defRPr sz="1800" kern="1200">
                          <a:solidFill>
                            <a:schemeClr val="tx1"/>
                          </a:solidFill>
                          <a:latin typeface="Calibri"/>
                        </a:defRPr>
                      </a:lvl1pPr>
                      <a:lvl2pPr marL="457200" algn="l" defTabSz="914400" rtl="0" eaLnBrk="1" latinLnBrk="1" hangingPunct="1">
                        <a:defRPr sz="1800" kern="1200">
                          <a:solidFill>
                            <a:schemeClr val="tx1"/>
                          </a:solidFill>
                          <a:latin typeface="Calibri"/>
                        </a:defRPr>
                      </a:lvl2pPr>
                      <a:lvl3pPr marL="914400" algn="l" defTabSz="914400" rtl="0" eaLnBrk="1" latinLnBrk="1" hangingPunct="1">
                        <a:defRPr sz="1800" kern="1200">
                          <a:solidFill>
                            <a:schemeClr val="tx1"/>
                          </a:solidFill>
                          <a:latin typeface="Calibri"/>
                        </a:defRPr>
                      </a:lvl3pPr>
                      <a:lvl4pPr marL="1371600" algn="l" defTabSz="914400" rtl="0" eaLnBrk="1" latinLnBrk="1" hangingPunct="1">
                        <a:defRPr sz="1800" kern="1200">
                          <a:solidFill>
                            <a:schemeClr val="tx1"/>
                          </a:solidFill>
                          <a:latin typeface="Calibri"/>
                        </a:defRPr>
                      </a:lvl4pPr>
                      <a:lvl5pPr marL="1828800" algn="l" defTabSz="914400" rtl="0" eaLnBrk="1" latinLnBrk="1" hangingPunct="1">
                        <a:defRPr sz="1800" kern="1200">
                          <a:solidFill>
                            <a:schemeClr val="tx1"/>
                          </a:solidFill>
                          <a:latin typeface="Calibri"/>
                        </a:defRPr>
                      </a:lvl5pPr>
                      <a:lvl6pPr marL="2286000" algn="l" defTabSz="914400" rtl="0" eaLnBrk="1" latinLnBrk="1" hangingPunct="1">
                        <a:defRPr sz="1800" kern="1200">
                          <a:solidFill>
                            <a:schemeClr val="tx1"/>
                          </a:solidFill>
                          <a:latin typeface="Calibri"/>
                        </a:defRPr>
                      </a:lvl6pPr>
                      <a:lvl7pPr marL="2743200" algn="l" defTabSz="914400" rtl="0" eaLnBrk="1" latinLnBrk="1" hangingPunct="1">
                        <a:defRPr sz="1800" kern="1200">
                          <a:solidFill>
                            <a:schemeClr val="tx1"/>
                          </a:solidFill>
                          <a:latin typeface="Calibri"/>
                        </a:defRPr>
                      </a:lvl7pPr>
                      <a:lvl8pPr marL="3200400" algn="l" defTabSz="914400" rtl="0" eaLnBrk="1" latinLnBrk="1" hangingPunct="1">
                        <a:defRPr sz="1800" kern="1200">
                          <a:solidFill>
                            <a:schemeClr val="tx1"/>
                          </a:solidFill>
                          <a:latin typeface="Calibri"/>
                        </a:defRPr>
                      </a:lvl8pPr>
                      <a:lvl9pPr marL="3657600" algn="l" defTabSz="914400" rtl="0" eaLnBrk="1" latinLnBrk="1" hangingPunct="1">
                        <a:defRPr sz="1800" kern="1200">
                          <a:solidFill>
                            <a:schemeClr val="tx1"/>
                          </a:solidFill>
                          <a:latin typeface="Calibri"/>
                        </a:defRPr>
                      </a:lvl9pPr>
                    </a:lstStyle>
                    <a:p>
                      <a:pPr>
                        <a:lnSpc>
                          <a:spcPct val="115000"/>
                        </a:lnSpc>
                        <a:spcAft>
                          <a:spcPts val="0"/>
                        </a:spcAft>
                      </a:pPr>
                      <a:r>
                        <a:rPr lang="en-GB" sz="1100" b="1" dirty="0">
                          <a:effectLst/>
                        </a:rPr>
                        <a:t>Description</a:t>
                      </a:r>
                      <a:endParaRPr lang="en-GB" sz="1100" b="1" dirty="0">
                        <a:solidFill>
                          <a:schemeClr val="tx1"/>
                        </a:solidFill>
                        <a:effectLst/>
                        <a:latin typeface="Calibri"/>
                        <a:ea typeface="Calibri"/>
                        <a:cs typeface="Times New Roman"/>
                      </a:endParaRPr>
                    </a:p>
                  </a:txBody>
                  <a:tcPr marL="68569" marR="68569" marT="0" marB="0">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65000"/>
                      </a:sysClr>
                    </a:solidFill>
                  </a:tcPr>
                </a:tc>
                <a:extLst>
                  <a:ext uri="{0D108BD9-81ED-4DB2-BD59-A6C34878D82A}">
                    <a16:rowId xmlns:a16="http://schemas.microsoft.com/office/drawing/2014/main" val="10000"/>
                  </a:ext>
                </a:extLst>
              </a:tr>
              <a:tr h="0">
                <a:tc>
                  <a:txBody>
                    <a:bodyPr/>
                    <a:lstStyle>
                      <a:lvl1pPr marL="0" algn="l" defTabSz="914400" rtl="0" eaLnBrk="1" latinLnBrk="1" hangingPunct="1">
                        <a:defRPr sz="1800" kern="1200">
                          <a:solidFill>
                            <a:schemeClr val="tx1"/>
                          </a:solidFill>
                          <a:latin typeface="Calibri"/>
                        </a:defRPr>
                      </a:lvl1pPr>
                      <a:lvl2pPr marL="457200" algn="l" defTabSz="914400" rtl="0" eaLnBrk="1" latinLnBrk="1" hangingPunct="1">
                        <a:defRPr sz="1800" kern="1200">
                          <a:solidFill>
                            <a:schemeClr val="tx1"/>
                          </a:solidFill>
                          <a:latin typeface="Calibri"/>
                        </a:defRPr>
                      </a:lvl2pPr>
                      <a:lvl3pPr marL="914400" algn="l" defTabSz="914400" rtl="0" eaLnBrk="1" latinLnBrk="1" hangingPunct="1">
                        <a:defRPr sz="1800" kern="1200">
                          <a:solidFill>
                            <a:schemeClr val="tx1"/>
                          </a:solidFill>
                          <a:latin typeface="Calibri"/>
                        </a:defRPr>
                      </a:lvl3pPr>
                      <a:lvl4pPr marL="1371600" algn="l" defTabSz="914400" rtl="0" eaLnBrk="1" latinLnBrk="1" hangingPunct="1">
                        <a:defRPr sz="1800" kern="1200">
                          <a:solidFill>
                            <a:schemeClr val="tx1"/>
                          </a:solidFill>
                          <a:latin typeface="Calibri"/>
                        </a:defRPr>
                      </a:lvl4pPr>
                      <a:lvl5pPr marL="1828800" algn="l" defTabSz="914400" rtl="0" eaLnBrk="1" latinLnBrk="1" hangingPunct="1">
                        <a:defRPr sz="1800" kern="1200">
                          <a:solidFill>
                            <a:schemeClr val="tx1"/>
                          </a:solidFill>
                          <a:latin typeface="Calibri"/>
                        </a:defRPr>
                      </a:lvl5pPr>
                      <a:lvl6pPr marL="2286000" algn="l" defTabSz="914400" rtl="0" eaLnBrk="1" latinLnBrk="1" hangingPunct="1">
                        <a:defRPr sz="1800" kern="1200">
                          <a:solidFill>
                            <a:schemeClr val="tx1"/>
                          </a:solidFill>
                          <a:latin typeface="Calibri"/>
                        </a:defRPr>
                      </a:lvl6pPr>
                      <a:lvl7pPr marL="2743200" algn="l" defTabSz="914400" rtl="0" eaLnBrk="1" latinLnBrk="1" hangingPunct="1">
                        <a:defRPr sz="1800" kern="1200">
                          <a:solidFill>
                            <a:schemeClr val="tx1"/>
                          </a:solidFill>
                          <a:latin typeface="Calibri"/>
                        </a:defRPr>
                      </a:lvl7pPr>
                      <a:lvl8pPr marL="3200400" algn="l" defTabSz="914400" rtl="0" eaLnBrk="1" latinLnBrk="1" hangingPunct="1">
                        <a:defRPr sz="1800" kern="1200">
                          <a:solidFill>
                            <a:schemeClr val="tx1"/>
                          </a:solidFill>
                          <a:latin typeface="Calibri"/>
                        </a:defRPr>
                      </a:lvl8pPr>
                      <a:lvl9pPr marL="3657600" algn="l" defTabSz="914400" rtl="0" eaLnBrk="1" latinLnBrk="1" hangingPunct="1">
                        <a:defRPr sz="1800" kern="1200">
                          <a:solidFill>
                            <a:schemeClr val="tx1"/>
                          </a:solidFill>
                          <a:latin typeface="Calibri"/>
                        </a:defRPr>
                      </a:lvl9pPr>
                    </a:lstStyle>
                    <a:p>
                      <a:pPr>
                        <a:lnSpc>
                          <a:spcPct val="115000"/>
                        </a:lnSpc>
                        <a:spcAft>
                          <a:spcPts val="0"/>
                        </a:spcAft>
                      </a:pPr>
                      <a:r>
                        <a:rPr lang="en-GB" sz="1100" dirty="0">
                          <a:effectLst/>
                        </a:rPr>
                        <a:t>Scan Rate – 1 Sec</a:t>
                      </a:r>
                      <a:endParaRPr lang="en-GB" sz="1100" dirty="0">
                        <a:solidFill>
                          <a:schemeClr val="tx1"/>
                        </a:solidFill>
                        <a:effectLst/>
                        <a:latin typeface="Calibri"/>
                        <a:ea typeface="Calibri"/>
                        <a:cs typeface="Times New Roman"/>
                      </a:endParaRPr>
                    </a:p>
                  </a:txBody>
                  <a:tcPr marL="68569" marR="68569" marT="0" marB="0">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CCECFF"/>
                    </a:solidFill>
                  </a:tcPr>
                </a:tc>
                <a:tc>
                  <a:txBody>
                    <a:bodyPr/>
                    <a:lstStyle>
                      <a:lvl1pPr marL="0" algn="l" defTabSz="914400" rtl="0" eaLnBrk="1" latinLnBrk="1" hangingPunct="1">
                        <a:defRPr sz="1800" kern="1200">
                          <a:solidFill>
                            <a:schemeClr val="tx1"/>
                          </a:solidFill>
                          <a:latin typeface="Calibri"/>
                        </a:defRPr>
                      </a:lvl1pPr>
                      <a:lvl2pPr marL="457200" algn="l" defTabSz="914400" rtl="0" eaLnBrk="1" latinLnBrk="1" hangingPunct="1">
                        <a:defRPr sz="1800" kern="1200">
                          <a:solidFill>
                            <a:schemeClr val="tx1"/>
                          </a:solidFill>
                          <a:latin typeface="Calibri"/>
                        </a:defRPr>
                      </a:lvl2pPr>
                      <a:lvl3pPr marL="914400" algn="l" defTabSz="914400" rtl="0" eaLnBrk="1" latinLnBrk="1" hangingPunct="1">
                        <a:defRPr sz="1800" kern="1200">
                          <a:solidFill>
                            <a:schemeClr val="tx1"/>
                          </a:solidFill>
                          <a:latin typeface="Calibri"/>
                        </a:defRPr>
                      </a:lvl3pPr>
                      <a:lvl4pPr marL="1371600" algn="l" defTabSz="914400" rtl="0" eaLnBrk="1" latinLnBrk="1" hangingPunct="1">
                        <a:defRPr sz="1800" kern="1200">
                          <a:solidFill>
                            <a:schemeClr val="tx1"/>
                          </a:solidFill>
                          <a:latin typeface="Calibri"/>
                        </a:defRPr>
                      </a:lvl4pPr>
                      <a:lvl5pPr marL="1828800" algn="l" defTabSz="914400" rtl="0" eaLnBrk="1" latinLnBrk="1" hangingPunct="1">
                        <a:defRPr sz="1800" kern="1200">
                          <a:solidFill>
                            <a:schemeClr val="tx1"/>
                          </a:solidFill>
                          <a:latin typeface="Calibri"/>
                        </a:defRPr>
                      </a:lvl5pPr>
                      <a:lvl6pPr marL="2286000" algn="l" defTabSz="914400" rtl="0" eaLnBrk="1" latinLnBrk="1" hangingPunct="1">
                        <a:defRPr sz="1800" kern="1200">
                          <a:solidFill>
                            <a:schemeClr val="tx1"/>
                          </a:solidFill>
                          <a:latin typeface="Calibri"/>
                        </a:defRPr>
                      </a:lvl6pPr>
                      <a:lvl7pPr marL="2743200" algn="l" defTabSz="914400" rtl="0" eaLnBrk="1" latinLnBrk="1" hangingPunct="1">
                        <a:defRPr sz="1800" kern="1200">
                          <a:solidFill>
                            <a:schemeClr val="tx1"/>
                          </a:solidFill>
                          <a:latin typeface="Calibri"/>
                        </a:defRPr>
                      </a:lvl7pPr>
                      <a:lvl8pPr marL="3200400" algn="l" defTabSz="914400" rtl="0" eaLnBrk="1" latinLnBrk="1" hangingPunct="1">
                        <a:defRPr sz="1800" kern="1200">
                          <a:solidFill>
                            <a:schemeClr val="tx1"/>
                          </a:solidFill>
                          <a:latin typeface="Calibri"/>
                        </a:defRPr>
                      </a:lvl8pPr>
                      <a:lvl9pPr marL="3657600" algn="l" defTabSz="914400" rtl="0" eaLnBrk="1" latinLnBrk="1" hangingPunct="1">
                        <a:defRPr sz="1800" kern="1200">
                          <a:solidFill>
                            <a:schemeClr val="tx1"/>
                          </a:solidFill>
                          <a:latin typeface="Calibri"/>
                        </a:defRPr>
                      </a:lvl9pPr>
                    </a:lstStyle>
                    <a:p>
                      <a:pPr>
                        <a:lnSpc>
                          <a:spcPct val="115000"/>
                        </a:lnSpc>
                        <a:spcAft>
                          <a:spcPts val="0"/>
                        </a:spcAft>
                      </a:pPr>
                      <a:r>
                        <a:rPr lang="en-GB" sz="1100">
                          <a:effectLst/>
                        </a:rPr>
                        <a:t>Read pressure value at every 1 second</a:t>
                      </a:r>
                      <a:endParaRPr lang="en-GB" sz="1100">
                        <a:solidFill>
                          <a:schemeClr val="tx1"/>
                        </a:solidFill>
                        <a:effectLst/>
                        <a:latin typeface="Calibri"/>
                        <a:ea typeface="Calibri"/>
                        <a:cs typeface="Times New Roman"/>
                      </a:endParaRPr>
                    </a:p>
                  </a:txBody>
                  <a:tcPr marL="68569" marR="68569" marT="0" marB="0">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CCECFF"/>
                    </a:solidFill>
                  </a:tcPr>
                </a:tc>
                <a:extLst>
                  <a:ext uri="{0D108BD9-81ED-4DB2-BD59-A6C34878D82A}">
                    <a16:rowId xmlns:a16="http://schemas.microsoft.com/office/drawing/2014/main" val="10001"/>
                  </a:ext>
                </a:extLst>
              </a:tr>
              <a:tr h="0">
                <a:tc>
                  <a:txBody>
                    <a:bodyPr/>
                    <a:lstStyle>
                      <a:lvl1pPr marL="0" algn="l" defTabSz="914400" rtl="0" eaLnBrk="1" latinLnBrk="1" hangingPunct="1">
                        <a:defRPr sz="1800" kern="1200">
                          <a:solidFill>
                            <a:schemeClr val="tx1"/>
                          </a:solidFill>
                          <a:latin typeface="Calibri"/>
                        </a:defRPr>
                      </a:lvl1pPr>
                      <a:lvl2pPr marL="457200" algn="l" defTabSz="914400" rtl="0" eaLnBrk="1" latinLnBrk="1" hangingPunct="1">
                        <a:defRPr sz="1800" kern="1200">
                          <a:solidFill>
                            <a:schemeClr val="tx1"/>
                          </a:solidFill>
                          <a:latin typeface="Calibri"/>
                        </a:defRPr>
                      </a:lvl2pPr>
                      <a:lvl3pPr marL="914400" algn="l" defTabSz="914400" rtl="0" eaLnBrk="1" latinLnBrk="1" hangingPunct="1">
                        <a:defRPr sz="1800" kern="1200">
                          <a:solidFill>
                            <a:schemeClr val="tx1"/>
                          </a:solidFill>
                          <a:latin typeface="Calibri"/>
                        </a:defRPr>
                      </a:lvl3pPr>
                      <a:lvl4pPr marL="1371600" algn="l" defTabSz="914400" rtl="0" eaLnBrk="1" latinLnBrk="1" hangingPunct="1">
                        <a:defRPr sz="1800" kern="1200">
                          <a:solidFill>
                            <a:schemeClr val="tx1"/>
                          </a:solidFill>
                          <a:latin typeface="Calibri"/>
                        </a:defRPr>
                      </a:lvl4pPr>
                      <a:lvl5pPr marL="1828800" algn="l" defTabSz="914400" rtl="0" eaLnBrk="1" latinLnBrk="1" hangingPunct="1">
                        <a:defRPr sz="1800" kern="1200">
                          <a:solidFill>
                            <a:schemeClr val="tx1"/>
                          </a:solidFill>
                          <a:latin typeface="Calibri"/>
                        </a:defRPr>
                      </a:lvl5pPr>
                      <a:lvl6pPr marL="2286000" algn="l" defTabSz="914400" rtl="0" eaLnBrk="1" latinLnBrk="1" hangingPunct="1">
                        <a:defRPr sz="1800" kern="1200">
                          <a:solidFill>
                            <a:schemeClr val="tx1"/>
                          </a:solidFill>
                          <a:latin typeface="Calibri"/>
                        </a:defRPr>
                      </a:lvl6pPr>
                      <a:lvl7pPr marL="2743200" algn="l" defTabSz="914400" rtl="0" eaLnBrk="1" latinLnBrk="1" hangingPunct="1">
                        <a:defRPr sz="1800" kern="1200">
                          <a:solidFill>
                            <a:schemeClr val="tx1"/>
                          </a:solidFill>
                          <a:latin typeface="Calibri"/>
                        </a:defRPr>
                      </a:lvl7pPr>
                      <a:lvl8pPr marL="3200400" algn="l" defTabSz="914400" rtl="0" eaLnBrk="1" latinLnBrk="1" hangingPunct="1">
                        <a:defRPr sz="1800" kern="1200">
                          <a:solidFill>
                            <a:schemeClr val="tx1"/>
                          </a:solidFill>
                          <a:latin typeface="Calibri"/>
                        </a:defRPr>
                      </a:lvl8pPr>
                      <a:lvl9pPr marL="3657600" algn="l" defTabSz="914400" rtl="0" eaLnBrk="1" latinLnBrk="1" hangingPunct="1">
                        <a:defRPr sz="1800" kern="1200">
                          <a:solidFill>
                            <a:schemeClr val="tx1"/>
                          </a:solidFill>
                          <a:latin typeface="Calibri"/>
                        </a:defRPr>
                      </a:lvl9pPr>
                    </a:lstStyle>
                    <a:p>
                      <a:pPr>
                        <a:lnSpc>
                          <a:spcPct val="115000"/>
                        </a:lnSpc>
                        <a:spcAft>
                          <a:spcPts val="0"/>
                        </a:spcAft>
                      </a:pPr>
                      <a:r>
                        <a:rPr lang="en-GB" sz="1100" dirty="0">
                          <a:effectLst/>
                        </a:rPr>
                        <a:t> </a:t>
                      </a:r>
                      <a:endParaRPr lang="en-GB" sz="1100" dirty="0">
                        <a:solidFill>
                          <a:schemeClr val="tx1"/>
                        </a:solidFill>
                        <a:effectLst/>
                        <a:latin typeface="Calibri"/>
                        <a:ea typeface="Calibri"/>
                        <a:cs typeface="Times New Roman"/>
                      </a:endParaRPr>
                    </a:p>
                  </a:txBody>
                  <a:tcPr marL="68569" marR="68569" marT="0" marB="0">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CCECFF"/>
                    </a:solidFill>
                  </a:tcPr>
                </a:tc>
                <a:tc>
                  <a:txBody>
                    <a:bodyPr/>
                    <a:lstStyle>
                      <a:lvl1pPr marL="0" algn="l" defTabSz="914400" rtl="0" eaLnBrk="1" latinLnBrk="1" hangingPunct="1">
                        <a:defRPr sz="1800" kern="1200">
                          <a:solidFill>
                            <a:schemeClr val="tx1"/>
                          </a:solidFill>
                          <a:latin typeface="Calibri"/>
                        </a:defRPr>
                      </a:lvl1pPr>
                      <a:lvl2pPr marL="457200" algn="l" defTabSz="914400" rtl="0" eaLnBrk="1" latinLnBrk="1" hangingPunct="1">
                        <a:defRPr sz="1800" kern="1200">
                          <a:solidFill>
                            <a:schemeClr val="tx1"/>
                          </a:solidFill>
                          <a:latin typeface="Calibri"/>
                        </a:defRPr>
                      </a:lvl2pPr>
                      <a:lvl3pPr marL="914400" algn="l" defTabSz="914400" rtl="0" eaLnBrk="1" latinLnBrk="1" hangingPunct="1">
                        <a:defRPr sz="1800" kern="1200">
                          <a:solidFill>
                            <a:schemeClr val="tx1"/>
                          </a:solidFill>
                          <a:latin typeface="Calibri"/>
                        </a:defRPr>
                      </a:lvl3pPr>
                      <a:lvl4pPr marL="1371600" algn="l" defTabSz="914400" rtl="0" eaLnBrk="1" latinLnBrk="1" hangingPunct="1">
                        <a:defRPr sz="1800" kern="1200">
                          <a:solidFill>
                            <a:schemeClr val="tx1"/>
                          </a:solidFill>
                          <a:latin typeface="Calibri"/>
                        </a:defRPr>
                      </a:lvl4pPr>
                      <a:lvl5pPr marL="1828800" algn="l" defTabSz="914400" rtl="0" eaLnBrk="1" latinLnBrk="1" hangingPunct="1">
                        <a:defRPr sz="1800" kern="1200">
                          <a:solidFill>
                            <a:schemeClr val="tx1"/>
                          </a:solidFill>
                          <a:latin typeface="Calibri"/>
                        </a:defRPr>
                      </a:lvl5pPr>
                      <a:lvl6pPr marL="2286000" algn="l" defTabSz="914400" rtl="0" eaLnBrk="1" latinLnBrk="1" hangingPunct="1">
                        <a:defRPr sz="1800" kern="1200">
                          <a:solidFill>
                            <a:schemeClr val="tx1"/>
                          </a:solidFill>
                          <a:latin typeface="Calibri"/>
                        </a:defRPr>
                      </a:lvl6pPr>
                      <a:lvl7pPr marL="2743200" algn="l" defTabSz="914400" rtl="0" eaLnBrk="1" latinLnBrk="1" hangingPunct="1">
                        <a:defRPr sz="1800" kern="1200">
                          <a:solidFill>
                            <a:schemeClr val="tx1"/>
                          </a:solidFill>
                          <a:latin typeface="Calibri"/>
                        </a:defRPr>
                      </a:lvl7pPr>
                      <a:lvl8pPr marL="3200400" algn="l" defTabSz="914400" rtl="0" eaLnBrk="1" latinLnBrk="1" hangingPunct="1">
                        <a:defRPr sz="1800" kern="1200">
                          <a:solidFill>
                            <a:schemeClr val="tx1"/>
                          </a:solidFill>
                          <a:latin typeface="Calibri"/>
                        </a:defRPr>
                      </a:lvl8pPr>
                      <a:lvl9pPr marL="3657600" algn="l" defTabSz="914400" rtl="0" eaLnBrk="1" latinLnBrk="1" hangingPunct="1">
                        <a:defRPr sz="1800" kern="1200">
                          <a:solidFill>
                            <a:schemeClr val="tx1"/>
                          </a:solidFill>
                          <a:latin typeface="Calibri"/>
                        </a:defRPr>
                      </a:lvl9pPr>
                    </a:lstStyle>
                    <a:p>
                      <a:pPr>
                        <a:lnSpc>
                          <a:spcPct val="115000"/>
                        </a:lnSpc>
                        <a:spcAft>
                          <a:spcPts val="0"/>
                        </a:spcAft>
                      </a:pPr>
                      <a:r>
                        <a:rPr lang="en-GB" sz="1100" dirty="0">
                          <a:effectLst/>
                        </a:rPr>
                        <a:t> </a:t>
                      </a:r>
                      <a:endParaRPr lang="en-GB" sz="1100" dirty="0">
                        <a:solidFill>
                          <a:schemeClr val="tx1"/>
                        </a:solidFill>
                        <a:effectLst/>
                        <a:latin typeface="Calibri"/>
                        <a:ea typeface="Calibri"/>
                        <a:cs typeface="Times New Roman"/>
                      </a:endParaRPr>
                    </a:p>
                  </a:txBody>
                  <a:tcPr marL="68569" marR="68569" marT="0" marB="0">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CCECFF"/>
                    </a:solidFill>
                  </a:tcPr>
                </a:tc>
                <a:extLst>
                  <a:ext uri="{0D108BD9-81ED-4DB2-BD59-A6C34878D82A}">
                    <a16:rowId xmlns:a16="http://schemas.microsoft.com/office/drawing/2014/main" val="10002"/>
                  </a:ext>
                </a:extLst>
              </a:tr>
            </a:tbl>
          </a:graphicData>
        </a:graphic>
      </p:graphicFrame>
      <p:graphicFrame>
        <p:nvGraphicFramePr>
          <p:cNvPr id="13" name="Table 12"/>
          <p:cNvGraphicFramePr>
            <a:graphicFrameLocks noGrp="1"/>
          </p:cNvGraphicFramePr>
          <p:nvPr>
            <p:extLst/>
          </p:nvPr>
        </p:nvGraphicFramePr>
        <p:xfrm>
          <a:off x="6240016" y="4509121"/>
          <a:ext cx="4320480" cy="856249"/>
        </p:xfrm>
        <a:graphic>
          <a:graphicData uri="http://schemas.openxmlformats.org/drawingml/2006/table">
            <a:tbl>
              <a:tblPr firstRow="1" firstCol="1" bandRow="1"/>
              <a:tblGrid>
                <a:gridCol w="1470802">
                  <a:extLst>
                    <a:ext uri="{9D8B030D-6E8A-4147-A177-3AD203B41FA5}">
                      <a16:colId xmlns:a16="http://schemas.microsoft.com/office/drawing/2014/main" val="20000"/>
                    </a:ext>
                  </a:extLst>
                </a:gridCol>
                <a:gridCol w="2849678">
                  <a:extLst>
                    <a:ext uri="{9D8B030D-6E8A-4147-A177-3AD203B41FA5}">
                      <a16:colId xmlns:a16="http://schemas.microsoft.com/office/drawing/2014/main" val="20001"/>
                    </a:ext>
                  </a:extLst>
                </a:gridCol>
              </a:tblGrid>
              <a:tr h="0">
                <a:tc>
                  <a:txBody>
                    <a:bodyPr/>
                    <a:lstStyle>
                      <a:lvl1pPr marL="0" algn="l" defTabSz="914400" rtl="0" eaLnBrk="1" latinLnBrk="1" hangingPunct="1">
                        <a:defRPr sz="1800" kern="1200">
                          <a:solidFill>
                            <a:schemeClr val="tx1"/>
                          </a:solidFill>
                          <a:latin typeface="Calibri"/>
                        </a:defRPr>
                      </a:lvl1pPr>
                      <a:lvl2pPr marL="457200" algn="l" defTabSz="914400" rtl="0" eaLnBrk="1" latinLnBrk="1" hangingPunct="1">
                        <a:defRPr sz="1800" kern="1200">
                          <a:solidFill>
                            <a:schemeClr val="tx1"/>
                          </a:solidFill>
                          <a:latin typeface="Calibri"/>
                        </a:defRPr>
                      </a:lvl2pPr>
                      <a:lvl3pPr marL="914400" algn="l" defTabSz="914400" rtl="0" eaLnBrk="1" latinLnBrk="1" hangingPunct="1">
                        <a:defRPr sz="1800" kern="1200">
                          <a:solidFill>
                            <a:schemeClr val="tx1"/>
                          </a:solidFill>
                          <a:latin typeface="Calibri"/>
                        </a:defRPr>
                      </a:lvl3pPr>
                      <a:lvl4pPr marL="1371600" algn="l" defTabSz="914400" rtl="0" eaLnBrk="1" latinLnBrk="1" hangingPunct="1">
                        <a:defRPr sz="1800" kern="1200">
                          <a:solidFill>
                            <a:schemeClr val="tx1"/>
                          </a:solidFill>
                          <a:latin typeface="Calibri"/>
                        </a:defRPr>
                      </a:lvl4pPr>
                      <a:lvl5pPr marL="1828800" algn="l" defTabSz="914400" rtl="0" eaLnBrk="1" latinLnBrk="1" hangingPunct="1">
                        <a:defRPr sz="1800" kern="1200">
                          <a:solidFill>
                            <a:schemeClr val="tx1"/>
                          </a:solidFill>
                          <a:latin typeface="Calibri"/>
                        </a:defRPr>
                      </a:lvl5pPr>
                      <a:lvl6pPr marL="2286000" algn="l" defTabSz="914400" rtl="0" eaLnBrk="1" latinLnBrk="1" hangingPunct="1">
                        <a:defRPr sz="1800" kern="1200">
                          <a:solidFill>
                            <a:schemeClr val="tx1"/>
                          </a:solidFill>
                          <a:latin typeface="Calibri"/>
                        </a:defRPr>
                      </a:lvl6pPr>
                      <a:lvl7pPr marL="2743200" algn="l" defTabSz="914400" rtl="0" eaLnBrk="1" latinLnBrk="1" hangingPunct="1">
                        <a:defRPr sz="1800" kern="1200">
                          <a:solidFill>
                            <a:schemeClr val="tx1"/>
                          </a:solidFill>
                          <a:latin typeface="Calibri"/>
                        </a:defRPr>
                      </a:lvl7pPr>
                      <a:lvl8pPr marL="3200400" algn="l" defTabSz="914400" rtl="0" eaLnBrk="1" latinLnBrk="1" hangingPunct="1">
                        <a:defRPr sz="1800" kern="1200">
                          <a:solidFill>
                            <a:schemeClr val="tx1"/>
                          </a:solidFill>
                          <a:latin typeface="Calibri"/>
                        </a:defRPr>
                      </a:lvl8pPr>
                      <a:lvl9pPr marL="3657600" algn="l" defTabSz="914400" rtl="0" eaLnBrk="1" latinLnBrk="1" hangingPunct="1">
                        <a:defRPr sz="1800" kern="1200">
                          <a:solidFill>
                            <a:schemeClr val="tx1"/>
                          </a:solidFill>
                          <a:latin typeface="Calibri"/>
                        </a:defRPr>
                      </a:lvl9pPr>
                    </a:lstStyle>
                    <a:p>
                      <a:pPr>
                        <a:lnSpc>
                          <a:spcPct val="115000"/>
                        </a:lnSpc>
                        <a:spcAft>
                          <a:spcPts val="0"/>
                        </a:spcAft>
                      </a:pPr>
                      <a:r>
                        <a:rPr lang="en-GB" sz="1000" b="1" dirty="0">
                          <a:effectLst/>
                        </a:rPr>
                        <a:t>Attributes (Code)</a:t>
                      </a:r>
                      <a:endParaRPr lang="en-GB" sz="1000" b="1" dirty="0">
                        <a:solidFill>
                          <a:schemeClr val="tx1"/>
                        </a:solidFill>
                        <a:effectLst/>
                        <a:latin typeface="Calibri"/>
                        <a:ea typeface="Calibri"/>
                        <a:cs typeface="Times New Roman"/>
                      </a:endParaRPr>
                    </a:p>
                  </a:txBody>
                  <a:tcPr marL="68570" marR="68570" marT="0" marB="0">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65000"/>
                      </a:sysClr>
                    </a:solidFill>
                  </a:tcPr>
                </a:tc>
                <a:tc>
                  <a:txBody>
                    <a:bodyPr/>
                    <a:lstStyle>
                      <a:lvl1pPr marL="0" algn="l" defTabSz="914400" rtl="0" eaLnBrk="1" latinLnBrk="1" hangingPunct="1">
                        <a:defRPr sz="1800" kern="1200">
                          <a:solidFill>
                            <a:schemeClr val="tx1"/>
                          </a:solidFill>
                          <a:latin typeface="Calibri"/>
                        </a:defRPr>
                      </a:lvl1pPr>
                      <a:lvl2pPr marL="457200" algn="l" defTabSz="914400" rtl="0" eaLnBrk="1" latinLnBrk="1" hangingPunct="1">
                        <a:defRPr sz="1800" kern="1200">
                          <a:solidFill>
                            <a:schemeClr val="tx1"/>
                          </a:solidFill>
                          <a:latin typeface="Calibri"/>
                        </a:defRPr>
                      </a:lvl2pPr>
                      <a:lvl3pPr marL="914400" algn="l" defTabSz="914400" rtl="0" eaLnBrk="1" latinLnBrk="1" hangingPunct="1">
                        <a:defRPr sz="1800" kern="1200">
                          <a:solidFill>
                            <a:schemeClr val="tx1"/>
                          </a:solidFill>
                          <a:latin typeface="Calibri"/>
                        </a:defRPr>
                      </a:lvl3pPr>
                      <a:lvl4pPr marL="1371600" algn="l" defTabSz="914400" rtl="0" eaLnBrk="1" latinLnBrk="1" hangingPunct="1">
                        <a:defRPr sz="1800" kern="1200">
                          <a:solidFill>
                            <a:schemeClr val="tx1"/>
                          </a:solidFill>
                          <a:latin typeface="Calibri"/>
                        </a:defRPr>
                      </a:lvl4pPr>
                      <a:lvl5pPr marL="1828800" algn="l" defTabSz="914400" rtl="0" eaLnBrk="1" latinLnBrk="1" hangingPunct="1">
                        <a:defRPr sz="1800" kern="1200">
                          <a:solidFill>
                            <a:schemeClr val="tx1"/>
                          </a:solidFill>
                          <a:latin typeface="Calibri"/>
                        </a:defRPr>
                      </a:lvl5pPr>
                      <a:lvl6pPr marL="2286000" algn="l" defTabSz="914400" rtl="0" eaLnBrk="1" latinLnBrk="1" hangingPunct="1">
                        <a:defRPr sz="1800" kern="1200">
                          <a:solidFill>
                            <a:schemeClr val="tx1"/>
                          </a:solidFill>
                          <a:latin typeface="Calibri"/>
                        </a:defRPr>
                      </a:lvl6pPr>
                      <a:lvl7pPr marL="2743200" algn="l" defTabSz="914400" rtl="0" eaLnBrk="1" latinLnBrk="1" hangingPunct="1">
                        <a:defRPr sz="1800" kern="1200">
                          <a:solidFill>
                            <a:schemeClr val="tx1"/>
                          </a:solidFill>
                          <a:latin typeface="Calibri"/>
                        </a:defRPr>
                      </a:lvl7pPr>
                      <a:lvl8pPr marL="3200400" algn="l" defTabSz="914400" rtl="0" eaLnBrk="1" latinLnBrk="1" hangingPunct="1">
                        <a:defRPr sz="1800" kern="1200">
                          <a:solidFill>
                            <a:schemeClr val="tx1"/>
                          </a:solidFill>
                          <a:latin typeface="Calibri"/>
                        </a:defRPr>
                      </a:lvl8pPr>
                      <a:lvl9pPr marL="3657600" algn="l" defTabSz="914400" rtl="0" eaLnBrk="1" latinLnBrk="1" hangingPunct="1">
                        <a:defRPr sz="1800" kern="1200">
                          <a:solidFill>
                            <a:schemeClr val="tx1"/>
                          </a:solidFill>
                          <a:latin typeface="Calibri"/>
                        </a:defRPr>
                      </a:lvl9pPr>
                    </a:lstStyle>
                    <a:p>
                      <a:pPr>
                        <a:lnSpc>
                          <a:spcPct val="115000"/>
                        </a:lnSpc>
                        <a:spcAft>
                          <a:spcPts val="0"/>
                        </a:spcAft>
                      </a:pPr>
                      <a:r>
                        <a:rPr lang="en-GB" sz="1000" b="1" dirty="0">
                          <a:effectLst/>
                        </a:rPr>
                        <a:t>Description</a:t>
                      </a:r>
                      <a:endParaRPr lang="en-GB" sz="1000" b="1" dirty="0">
                        <a:solidFill>
                          <a:schemeClr val="tx1"/>
                        </a:solidFill>
                        <a:effectLst/>
                        <a:latin typeface="Calibri"/>
                        <a:ea typeface="Calibri"/>
                        <a:cs typeface="Times New Roman"/>
                      </a:endParaRPr>
                    </a:p>
                  </a:txBody>
                  <a:tcPr marL="68570" marR="68570" marT="0" marB="0">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65000"/>
                      </a:sysClr>
                    </a:solidFill>
                  </a:tcPr>
                </a:tc>
                <a:extLst>
                  <a:ext uri="{0D108BD9-81ED-4DB2-BD59-A6C34878D82A}">
                    <a16:rowId xmlns:a16="http://schemas.microsoft.com/office/drawing/2014/main" val="10000"/>
                  </a:ext>
                </a:extLst>
              </a:tr>
              <a:tr h="172819">
                <a:tc>
                  <a:txBody>
                    <a:bodyPr/>
                    <a:lstStyle>
                      <a:lvl1pPr marL="0" algn="l" defTabSz="914400" rtl="0" eaLnBrk="1" latinLnBrk="1" hangingPunct="1">
                        <a:defRPr sz="1800" kern="1200">
                          <a:solidFill>
                            <a:schemeClr val="tx1"/>
                          </a:solidFill>
                          <a:latin typeface="Calibri"/>
                        </a:defRPr>
                      </a:lvl1pPr>
                      <a:lvl2pPr marL="457200" algn="l" defTabSz="914400" rtl="0" eaLnBrk="1" latinLnBrk="1" hangingPunct="1">
                        <a:defRPr sz="1800" kern="1200">
                          <a:solidFill>
                            <a:schemeClr val="tx1"/>
                          </a:solidFill>
                          <a:latin typeface="Calibri"/>
                        </a:defRPr>
                      </a:lvl2pPr>
                      <a:lvl3pPr marL="914400" algn="l" defTabSz="914400" rtl="0" eaLnBrk="1" latinLnBrk="1" hangingPunct="1">
                        <a:defRPr sz="1800" kern="1200">
                          <a:solidFill>
                            <a:schemeClr val="tx1"/>
                          </a:solidFill>
                          <a:latin typeface="Calibri"/>
                        </a:defRPr>
                      </a:lvl3pPr>
                      <a:lvl4pPr marL="1371600" algn="l" defTabSz="914400" rtl="0" eaLnBrk="1" latinLnBrk="1" hangingPunct="1">
                        <a:defRPr sz="1800" kern="1200">
                          <a:solidFill>
                            <a:schemeClr val="tx1"/>
                          </a:solidFill>
                          <a:latin typeface="Calibri"/>
                        </a:defRPr>
                      </a:lvl4pPr>
                      <a:lvl5pPr marL="1828800" algn="l" defTabSz="914400" rtl="0" eaLnBrk="1" latinLnBrk="1" hangingPunct="1">
                        <a:defRPr sz="1800" kern="1200">
                          <a:solidFill>
                            <a:schemeClr val="tx1"/>
                          </a:solidFill>
                          <a:latin typeface="Calibri"/>
                        </a:defRPr>
                      </a:lvl5pPr>
                      <a:lvl6pPr marL="2286000" algn="l" defTabSz="914400" rtl="0" eaLnBrk="1" latinLnBrk="1" hangingPunct="1">
                        <a:defRPr sz="1800" kern="1200">
                          <a:solidFill>
                            <a:schemeClr val="tx1"/>
                          </a:solidFill>
                          <a:latin typeface="Calibri"/>
                        </a:defRPr>
                      </a:lvl6pPr>
                      <a:lvl7pPr marL="2743200" algn="l" defTabSz="914400" rtl="0" eaLnBrk="1" latinLnBrk="1" hangingPunct="1">
                        <a:defRPr sz="1800" kern="1200">
                          <a:solidFill>
                            <a:schemeClr val="tx1"/>
                          </a:solidFill>
                          <a:latin typeface="Calibri"/>
                        </a:defRPr>
                      </a:lvl7pPr>
                      <a:lvl8pPr marL="3200400" algn="l" defTabSz="914400" rtl="0" eaLnBrk="1" latinLnBrk="1" hangingPunct="1">
                        <a:defRPr sz="1800" kern="1200">
                          <a:solidFill>
                            <a:schemeClr val="tx1"/>
                          </a:solidFill>
                          <a:latin typeface="Calibri"/>
                        </a:defRPr>
                      </a:lvl8pPr>
                      <a:lvl9pPr marL="3657600" algn="l" defTabSz="914400" rtl="0" eaLnBrk="1" latinLnBrk="1" hangingPunct="1">
                        <a:defRPr sz="1800" kern="1200">
                          <a:solidFill>
                            <a:schemeClr val="tx1"/>
                          </a:solidFill>
                          <a:latin typeface="Calibri"/>
                        </a:defRPr>
                      </a:lvl9pPr>
                    </a:lstStyle>
                    <a:p>
                      <a:pPr>
                        <a:lnSpc>
                          <a:spcPct val="115000"/>
                        </a:lnSpc>
                        <a:spcAft>
                          <a:spcPts val="0"/>
                        </a:spcAft>
                      </a:pPr>
                      <a:r>
                        <a:rPr lang="en-GB" sz="1000" dirty="0">
                          <a:effectLst/>
                        </a:rPr>
                        <a:t>Read (R)</a:t>
                      </a:r>
                      <a:endParaRPr lang="en-GB" sz="1000" dirty="0">
                        <a:solidFill>
                          <a:schemeClr val="tx1"/>
                        </a:solidFill>
                        <a:effectLst/>
                        <a:latin typeface="Calibri"/>
                        <a:ea typeface="Calibri"/>
                        <a:cs typeface="Times New Roman"/>
                      </a:endParaRPr>
                    </a:p>
                  </a:txBody>
                  <a:tcPr marL="68570" marR="68570" marT="0" marB="0">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CCECFF"/>
                    </a:solidFill>
                  </a:tcPr>
                </a:tc>
                <a:tc>
                  <a:txBody>
                    <a:bodyPr/>
                    <a:lstStyle>
                      <a:lvl1pPr marL="0" algn="l" defTabSz="914400" rtl="0" eaLnBrk="1" latinLnBrk="1" hangingPunct="1">
                        <a:defRPr sz="1800" kern="1200">
                          <a:solidFill>
                            <a:schemeClr val="tx1"/>
                          </a:solidFill>
                          <a:latin typeface="Calibri"/>
                        </a:defRPr>
                      </a:lvl1pPr>
                      <a:lvl2pPr marL="457200" algn="l" defTabSz="914400" rtl="0" eaLnBrk="1" latinLnBrk="1" hangingPunct="1">
                        <a:defRPr sz="1800" kern="1200">
                          <a:solidFill>
                            <a:schemeClr val="tx1"/>
                          </a:solidFill>
                          <a:latin typeface="Calibri"/>
                        </a:defRPr>
                      </a:lvl2pPr>
                      <a:lvl3pPr marL="914400" algn="l" defTabSz="914400" rtl="0" eaLnBrk="1" latinLnBrk="1" hangingPunct="1">
                        <a:defRPr sz="1800" kern="1200">
                          <a:solidFill>
                            <a:schemeClr val="tx1"/>
                          </a:solidFill>
                          <a:latin typeface="Calibri"/>
                        </a:defRPr>
                      </a:lvl3pPr>
                      <a:lvl4pPr marL="1371600" algn="l" defTabSz="914400" rtl="0" eaLnBrk="1" latinLnBrk="1" hangingPunct="1">
                        <a:defRPr sz="1800" kern="1200">
                          <a:solidFill>
                            <a:schemeClr val="tx1"/>
                          </a:solidFill>
                          <a:latin typeface="Calibri"/>
                        </a:defRPr>
                      </a:lvl4pPr>
                      <a:lvl5pPr marL="1828800" algn="l" defTabSz="914400" rtl="0" eaLnBrk="1" latinLnBrk="1" hangingPunct="1">
                        <a:defRPr sz="1800" kern="1200">
                          <a:solidFill>
                            <a:schemeClr val="tx1"/>
                          </a:solidFill>
                          <a:latin typeface="Calibri"/>
                        </a:defRPr>
                      </a:lvl5pPr>
                      <a:lvl6pPr marL="2286000" algn="l" defTabSz="914400" rtl="0" eaLnBrk="1" latinLnBrk="1" hangingPunct="1">
                        <a:defRPr sz="1800" kern="1200">
                          <a:solidFill>
                            <a:schemeClr val="tx1"/>
                          </a:solidFill>
                          <a:latin typeface="Calibri"/>
                        </a:defRPr>
                      </a:lvl6pPr>
                      <a:lvl7pPr marL="2743200" algn="l" defTabSz="914400" rtl="0" eaLnBrk="1" latinLnBrk="1" hangingPunct="1">
                        <a:defRPr sz="1800" kern="1200">
                          <a:solidFill>
                            <a:schemeClr val="tx1"/>
                          </a:solidFill>
                          <a:latin typeface="Calibri"/>
                        </a:defRPr>
                      </a:lvl7pPr>
                      <a:lvl8pPr marL="3200400" algn="l" defTabSz="914400" rtl="0" eaLnBrk="1" latinLnBrk="1" hangingPunct="1">
                        <a:defRPr sz="1800" kern="1200">
                          <a:solidFill>
                            <a:schemeClr val="tx1"/>
                          </a:solidFill>
                          <a:latin typeface="Calibri"/>
                        </a:defRPr>
                      </a:lvl8pPr>
                      <a:lvl9pPr marL="3657600" algn="l" defTabSz="914400" rtl="0" eaLnBrk="1" latinLnBrk="1" hangingPunct="1">
                        <a:defRPr sz="1800" kern="1200">
                          <a:solidFill>
                            <a:schemeClr val="tx1"/>
                          </a:solidFill>
                          <a:latin typeface="Calibri"/>
                        </a:defRPr>
                      </a:lvl9pPr>
                    </a:lstStyle>
                    <a:p>
                      <a:pPr>
                        <a:lnSpc>
                          <a:spcPct val="115000"/>
                        </a:lnSpc>
                        <a:spcAft>
                          <a:spcPts val="0"/>
                        </a:spcAft>
                      </a:pPr>
                      <a:r>
                        <a:rPr lang="en-GB" sz="1000" dirty="0">
                          <a:effectLst/>
                        </a:rPr>
                        <a:t>Read Pressure value</a:t>
                      </a:r>
                      <a:endParaRPr lang="en-GB" sz="1000" dirty="0">
                        <a:solidFill>
                          <a:schemeClr val="tx1"/>
                        </a:solidFill>
                        <a:effectLst/>
                        <a:latin typeface="Calibri"/>
                        <a:ea typeface="Calibri"/>
                        <a:cs typeface="Times New Roman"/>
                      </a:endParaRPr>
                    </a:p>
                  </a:txBody>
                  <a:tcPr marL="68570" marR="68570" marT="0" marB="0">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CCECFF"/>
                    </a:solidFill>
                  </a:tcPr>
                </a:tc>
                <a:extLst>
                  <a:ext uri="{0D108BD9-81ED-4DB2-BD59-A6C34878D82A}">
                    <a16:rowId xmlns:a16="http://schemas.microsoft.com/office/drawing/2014/main" val="10001"/>
                  </a:ext>
                </a:extLst>
              </a:tr>
              <a:tr h="172819">
                <a:tc>
                  <a:txBody>
                    <a:bodyPr/>
                    <a:lstStyle>
                      <a:lvl1pPr marL="0" algn="l" defTabSz="914400" rtl="0" eaLnBrk="1" latinLnBrk="1" hangingPunct="1">
                        <a:defRPr sz="1800" kern="1200">
                          <a:solidFill>
                            <a:schemeClr val="tx1"/>
                          </a:solidFill>
                          <a:latin typeface="Calibri"/>
                        </a:defRPr>
                      </a:lvl1pPr>
                      <a:lvl2pPr marL="457200" algn="l" defTabSz="914400" rtl="0" eaLnBrk="1" latinLnBrk="1" hangingPunct="1">
                        <a:defRPr sz="1800" kern="1200">
                          <a:solidFill>
                            <a:schemeClr val="tx1"/>
                          </a:solidFill>
                          <a:latin typeface="Calibri"/>
                        </a:defRPr>
                      </a:lvl2pPr>
                      <a:lvl3pPr marL="914400" algn="l" defTabSz="914400" rtl="0" eaLnBrk="1" latinLnBrk="1" hangingPunct="1">
                        <a:defRPr sz="1800" kern="1200">
                          <a:solidFill>
                            <a:schemeClr val="tx1"/>
                          </a:solidFill>
                          <a:latin typeface="Calibri"/>
                        </a:defRPr>
                      </a:lvl3pPr>
                      <a:lvl4pPr marL="1371600" algn="l" defTabSz="914400" rtl="0" eaLnBrk="1" latinLnBrk="1" hangingPunct="1">
                        <a:defRPr sz="1800" kern="1200">
                          <a:solidFill>
                            <a:schemeClr val="tx1"/>
                          </a:solidFill>
                          <a:latin typeface="Calibri"/>
                        </a:defRPr>
                      </a:lvl4pPr>
                      <a:lvl5pPr marL="1828800" algn="l" defTabSz="914400" rtl="0" eaLnBrk="1" latinLnBrk="1" hangingPunct="1">
                        <a:defRPr sz="1800" kern="1200">
                          <a:solidFill>
                            <a:schemeClr val="tx1"/>
                          </a:solidFill>
                          <a:latin typeface="Calibri"/>
                        </a:defRPr>
                      </a:lvl5pPr>
                      <a:lvl6pPr marL="2286000" algn="l" defTabSz="914400" rtl="0" eaLnBrk="1" latinLnBrk="1" hangingPunct="1">
                        <a:defRPr sz="1800" kern="1200">
                          <a:solidFill>
                            <a:schemeClr val="tx1"/>
                          </a:solidFill>
                          <a:latin typeface="Calibri"/>
                        </a:defRPr>
                      </a:lvl6pPr>
                      <a:lvl7pPr marL="2743200" algn="l" defTabSz="914400" rtl="0" eaLnBrk="1" latinLnBrk="1" hangingPunct="1">
                        <a:defRPr sz="1800" kern="1200">
                          <a:solidFill>
                            <a:schemeClr val="tx1"/>
                          </a:solidFill>
                          <a:latin typeface="Calibri"/>
                        </a:defRPr>
                      </a:lvl7pPr>
                      <a:lvl8pPr marL="3200400" algn="l" defTabSz="914400" rtl="0" eaLnBrk="1" latinLnBrk="1" hangingPunct="1">
                        <a:defRPr sz="1800" kern="1200">
                          <a:solidFill>
                            <a:schemeClr val="tx1"/>
                          </a:solidFill>
                          <a:latin typeface="Calibri"/>
                        </a:defRPr>
                      </a:lvl8pPr>
                      <a:lvl9pPr marL="3657600" algn="l" defTabSz="914400" rtl="0" eaLnBrk="1" latinLnBrk="1" hangingPunct="1">
                        <a:defRPr sz="1800" kern="1200">
                          <a:solidFill>
                            <a:schemeClr val="tx1"/>
                          </a:solidFill>
                          <a:latin typeface="Calibri"/>
                        </a:defRPr>
                      </a:lvl9pPr>
                    </a:lstStyle>
                    <a:p>
                      <a:pPr>
                        <a:lnSpc>
                          <a:spcPct val="115000"/>
                        </a:lnSpc>
                        <a:spcAft>
                          <a:spcPts val="0"/>
                        </a:spcAft>
                      </a:pPr>
                      <a:r>
                        <a:rPr lang="en-GB" sz="1000" dirty="0">
                          <a:effectLst/>
                        </a:rPr>
                        <a:t>Error (E) </a:t>
                      </a:r>
                      <a:endParaRPr lang="en-GB" sz="1000" dirty="0">
                        <a:solidFill>
                          <a:schemeClr val="tx1"/>
                        </a:solidFill>
                        <a:effectLst/>
                        <a:latin typeface="Calibri"/>
                        <a:ea typeface="Calibri"/>
                        <a:cs typeface="Times New Roman"/>
                      </a:endParaRPr>
                    </a:p>
                  </a:txBody>
                  <a:tcPr marL="68570" marR="68570" marT="0" marB="0">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CCECFF"/>
                    </a:solidFill>
                  </a:tcPr>
                </a:tc>
                <a:tc>
                  <a:txBody>
                    <a:bodyPr/>
                    <a:lstStyle>
                      <a:lvl1pPr marL="0" algn="l" defTabSz="914400" rtl="0" eaLnBrk="1" latinLnBrk="1" hangingPunct="1">
                        <a:defRPr sz="1800" kern="1200">
                          <a:solidFill>
                            <a:schemeClr val="tx1"/>
                          </a:solidFill>
                          <a:latin typeface="Calibri"/>
                        </a:defRPr>
                      </a:lvl1pPr>
                      <a:lvl2pPr marL="457200" algn="l" defTabSz="914400" rtl="0" eaLnBrk="1" latinLnBrk="1" hangingPunct="1">
                        <a:defRPr sz="1800" kern="1200">
                          <a:solidFill>
                            <a:schemeClr val="tx1"/>
                          </a:solidFill>
                          <a:latin typeface="Calibri"/>
                        </a:defRPr>
                      </a:lvl2pPr>
                      <a:lvl3pPr marL="914400" algn="l" defTabSz="914400" rtl="0" eaLnBrk="1" latinLnBrk="1" hangingPunct="1">
                        <a:defRPr sz="1800" kern="1200">
                          <a:solidFill>
                            <a:schemeClr val="tx1"/>
                          </a:solidFill>
                          <a:latin typeface="Calibri"/>
                        </a:defRPr>
                      </a:lvl3pPr>
                      <a:lvl4pPr marL="1371600" algn="l" defTabSz="914400" rtl="0" eaLnBrk="1" latinLnBrk="1" hangingPunct="1">
                        <a:defRPr sz="1800" kern="1200">
                          <a:solidFill>
                            <a:schemeClr val="tx1"/>
                          </a:solidFill>
                          <a:latin typeface="Calibri"/>
                        </a:defRPr>
                      </a:lvl4pPr>
                      <a:lvl5pPr marL="1828800" algn="l" defTabSz="914400" rtl="0" eaLnBrk="1" latinLnBrk="1" hangingPunct="1">
                        <a:defRPr sz="1800" kern="1200">
                          <a:solidFill>
                            <a:schemeClr val="tx1"/>
                          </a:solidFill>
                          <a:latin typeface="Calibri"/>
                        </a:defRPr>
                      </a:lvl5pPr>
                      <a:lvl6pPr marL="2286000" algn="l" defTabSz="914400" rtl="0" eaLnBrk="1" latinLnBrk="1" hangingPunct="1">
                        <a:defRPr sz="1800" kern="1200">
                          <a:solidFill>
                            <a:schemeClr val="tx1"/>
                          </a:solidFill>
                          <a:latin typeface="Calibri"/>
                        </a:defRPr>
                      </a:lvl6pPr>
                      <a:lvl7pPr marL="2743200" algn="l" defTabSz="914400" rtl="0" eaLnBrk="1" latinLnBrk="1" hangingPunct="1">
                        <a:defRPr sz="1800" kern="1200">
                          <a:solidFill>
                            <a:schemeClr val="tx1"/>
                          </a:solidFill>
                          <a:latin typeface="Calibri"/>
                        </a:defRPr>
                      </a:lvl7pPr>
                      <a:lvl8pPr marL="3200400" algn="l" defTabSz="914400" rtl="0" eaLnBrk="1" latinLnBrk="1" hangingPunct="1">
                        <a:defRPr sz="1800" kern="1200">
                          <a:solidFill>
                            <a:schemeClr val="tx1"/>
                          </a:solidFill>
                          <a:latin typeface="Calibri"/>
                        </a:defRPr>
                      </a:lvl8pPr>
                      <a:lvl9pPr marL="3657600" algn="l" defTabSz="914400" rtl="0" eaLnBrk="1" latinLnBrk="1" hangingPunct="1">
                        <a:defRPr sz="1800" kern="1200">
                          <a:solidFill>
                            <a:schemeClr val="tx1"/>
                          </a:solidFill>
                          <a:latin typeface="Calibri"/>
                        </a:defRPr>
                      </a:lvl9pPr>
                    </a:lstStyle>
                    <a:p>
                      <a:pPr>
                        <a:lnSpc>
                          <a:spcPct val="115000"/>
                        </a:lnSpc>
                        <a:spcAft>
                          <a:spcPts val="0"/>
                        </a:spcAft>
                      </a:pPr>
                      <a:r>
                        <a:rPr lang="en-GB" sz="1000" dirty="0">
                          <a:effectLst/>
                        </a:rPr>
                        <a:t>Read Pressure Error</a:t>
                      </a:r>
                      <a:endParaRPr lang="en-GB" sz="1000" dirty="0">
                        <a:solidFill>
                          <a:schemeClr val="tx1"/>
                        </a:solidFill>
                        <a:effectLst/>
                        <a:latin typeface="Calibri"/>
                        <a:ea typeface="Calibri"/>
                        <a:cs typeface="Times New Roman"/>
                      </a:endParaRPr>
                    </a:p>
                  </a:txBody>
                  <a:tcPr marL="68570" marR="68570" marT="0" marB="0">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CCECFF"/>
                    </a:solidFill>
                  </a:tcPr>
                </a:tc>
                <a:extLst>
                  <a:ext uri="{0D108BD9-81ED-4DB2-BD59-A6C34878D82A}">
                    <a16:rowId xmlns:a16="http://schemas.microsoft.com/office/drawing/2014/main" val="10002"/>
                  </a:ext>
                </a:extLst>
              </a:tr>
              <a:tr h="172819">
                <a:tc>
                  <a:txBody>
                    <a:bodyPr/>
                    <a:lstStyle>
                      <a:lvl1pPr marL="0" algn="l" defTabSz="914400" rtl="0" eaLnBrk="1" latinLnBrk="1" hangingPunct="1">
                        <a:defRPr sz="1800" kern="1200">
                          <a:solidFill>
                            <a:schemeClr val="tx1"/>
                          </a:solidFill>
                          <a:latin typeface="Calibri"/>
                        </a:defRPr>
                      </a:lvl1pPr>
                      <a:lvl2pPr marL="457200" algn="l" defTabSz="914400" rtl="0" eaLnBrk="1" latinLnBrk="1" hangingPunct="1">
                        <a:defRPr sz="1800" kern="1200">
                          <a:solidFill>
                            <a:schemeClr val="tx1"/>
                          </a:solidFill>
                          <a:latin typeface="Calibri"/>
                        </a:defRPr>
                      </a:lvl2pPr>
                      <a:lvl3pPr marL="914400" algn="l" defTabSz="914400" rtl="0" eaLnBrk="1" latinLnBrk="1" hangingPunct="1">
                        <a:defRPr sz="1800" kern="1200">
                          <a:solidFill>
                            <a:schemeClr val="tx1"/>
                          </a:solidFill>
                          <a:latin typeface="Calibri"/>
                        </a:defRPr>
                      </a:lvl3pPr>
                      <a:lvl4pPr marL="1371600" algn="l" defTabSz="914400" rtl="0" eaLnBrk="1" latinLnBrk="1" hangingPunct="1">
                        <a:defRPr sz="1800" kern="1200">
                          <a:solidFill>
                            <a:schemeClr val="tx1"/>
                          </a:solidFill>
                          <a:latin typeface="Calibri"/>
                        </a:defRPr>
                      </a:lvl4pPr>
                      <a:lvl5pPr marL="1828800" algn="l" defTabSz="914400" rtl="0" eaLnBrk="1" latinLnBrk="1" hangingPunct="1">
                        <a:defRPr sz="1800" kern="1200">
                          <a:solidFill>
                            <a:schemeClr val="tx1"/>
                          </a:solidFill>
                          <a:latin typeface="Calibri"/>
                        </a:defRPr>
                      </a:lvl5pPr>
                      <a:lvl6pPr marL="2286000" algn="l" defTabSz="914400" rtl="0" eaLnBrk="1" latinLnBrk="1" hangingPunct="1">
                        <a:defRPr sz="1800" kern="1200">
                          <a:solidFill>
                            <a:schemeClr val="tx1"/>
                          </a:solidFill>
                          <a:latin typeface="Calibri"/>
                        </a:defRPr>
                      </a:lvl6pPr>
                      <a:lvl7pPr marL="2743200" algn="l" defTabSz="914400" rtl="0" eaLnBrk="1" latinLnBrk="1" hangingPunct="1">
                        <a:defRPr sz="1800" kern="1200">
                          <a:solidFill>
                            <a:schemeClr val="tx1"/>
                          </a:solidFill>
                          <a:latin typeface="Calibri"/>
                        </a:defRPr>
                      </a:lvl7pPr>
                      <a:lvl8pPr marL="3200400" algn="l" defTabSz="914400" rtl="0" eaLnBrk="1" latinLnBrk="1" hangingPunct="1">
                        <a:defRPr sz="1800" kern="1200">
                          <a:solidFill>
                            <a:schemeClr val="tx1"/>
                          </a:solidFill>
                          <a:latin typeface="Calibri"/>
                        </a:defRPr>
                      </a:lvl8pPr>
                      <a:lvl9pPr marL="3657600" algn="l" defTabSz="914400" rtl="0" eaLnBrk="1" latinLnBrk="1" hangingPunct="1">
                        <a:defRPr sz="1800" kern="1200">
                          <a:solidFill>
                            <a:schemeClr val="tx1"/>
                          </a:solidFill>
                          <a:latin typeface="Calibri"/>
                        </a:defRPr>
                      </a:lvl9pPr>
                    </a:lstStyle>
                    <a:p>
                      <a:pPr>
                        <a:lnSpc>
                          <a:spcPct val="115000"/>
                        </a:lnSpc>
                        <a:spcAft>
                          <a:spcPts val="0"/>
                        </a:spcAft>
                      </a:pPr>
                      <a:r>
                        <a:rPr lang="en-GB" sz="1000">
                          <a:effectLst/>
                        </a:rPr>
                        <a:t>PON (P)</a:t>
                      </a:r>
                      <a:endParaRPr lang="en-GB" sz="1000">
                        <a:solidFill>
                          <a:schemeClr val="tx1"/>
                        </a:solidFill>
                        <a:effectLst/>
                        <a:latin typeface="Calibri"/>
                        <a:ea typeface="Calibri"/>
                        <a:cs typeface="Times New Roman"/>
                      </a:endParaRPr>
                    </a:p>
                  </a:txBody>
                  <a:tcPr marL="68570" marR="68570" marT="0" marB="0">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CCECFF"/>
                    </a:solidFill>
                  </a:tcPr>
                </a:tc>
                <a:tc>
                  <a:txBody>
                    <a:bodyPr/>
                    <a:lstStyle>
                      <a:lvl1pPr marL="0" algn="l" defTabSz="914400" rtl="0" eaLnBrk="1" latinLnBrk="1" hangingPunct="1">
                        <a:defRPr sz="1800" kern="1200">
                          <a:solidFill>
                            <a:schemeClr val="tx1"/>
                          </a:solidFill>
                          <a:latin typeface="Calibri"/>
                        </a:defRPr>
                      </a:lvl1pPr>
                      <a:lvl2pPr marL="457200" algn="l" defTabSz="914400" rtl="0" eaLnBrk="1" latinLnBrk="1" hangingPunct="1">
                        <a:defRPr sz="1800" kern="1200">
                          <a:solidFill>
                            <a:schemeClr val="tx1"/>
                          </a:solidFill>
                          <a:latin typeface="Calibri"/>
                        </a:defRPr>
                      </a:lvl2pPr>
                      <a:lvl3pPr marL="914400" algn="l" defTabSz="914400" rtl="0" eaLnBrk="1" latinLnBrk="1" hangingPunct="1">
                        <a:defRPr sz="1800" kern="1200">
                          <a:solidFill>
                            <a:schemeClr val="tx1"/>
                          </a:solidFill>
                          <a:latin typeface="Calibri"/>
                        </a:defRPr>
                      </a:lvl3pPr>
                      <a:lvl4pPr marL="1371600" algn="l" defTabSz="914400" rtl="0" eaLnBrk="1" latinLnBrk="1" hangingPunct="1">
                        <a:defRPr sz="1800" kern="1200">
                          <a:solidFill>
                            <a:schemeClr val="tx1"/>
                          </a:solidFill>
                          <a:latin typeface="Calibri"/>
                        </a:defRPr>
                      </a:lvl4pPr>
                      <a:lvl5pPr marL="1828800" algn="l" defTabSz="914400" rtl="0" eaLnBrk="1" latinLnBrk="1" hangingPunct="1">
                        <a:defRPr sz="1800" kern="1200">
                          <a:solidFill>
                            <a:schemeClr val="tx1"/>
                          </a:solidFill>
                          <a:latin typeface="Calibri"/>
                        </a:defRPr>
                      </a:lvl5pPr>
                      <a:lvl6pPr marL="2286000" algn="l" defTabSz="914400" rtl="0" eaLnBrk="1" latinLnBrk="1" hangingPunct="1">
                        <a:defRPr sz="1800" kern="1200">
                          <a:solidFill>
                            <a:schemeClr val="tx1"/>
                          </a:solidFill>
                          <a:latin typeface="Calibri"/>
                        </a:defRPr>
                      </a:lvl6pPr>
                      <a:lvl7pPr marL="2743200" algn="l" defTabSz="914400" rtl="0" eaLnBrk="1" latinLnBrk="1" hangingPunct="1">
                        <a:defRPr sz="1800" kern="1200">
                          <a:solidFill>
                            <a:schemeClr val="tx1"/>
                          </a:solidFill>
                          <a:latin typeface="Calibri"/>
                        </a:defRPr>
                      </a:lvl7pPr>
                      <a:lvl8pPr marL="3200400" algn="l" defTabSz="914400" rtl="0" eaLnBrk="1" latinLnBrk="1" hangingPunct="1">
                        <a:defRPr sz="1800" kern="1200">
                          <a:solidFill>
                            <a:schemeClr val="tx1"/>
                          </a:solidFill>
                          <a:latin typeface="Calibri"/>
                        </a:defRPr>
                      </a:lvl8pPr>
                      <a:lvl9pPr marL="3657600" algn="l" defTabSz="914400" rtl="0" eaLnBrk="1" latinLnBrk="1" hangingPunct="1">
                        <a:defRPr sz="1800" kern="1200">
                          <a:solidFill>
                            <a:schemeClr val="tx1"/>
                          </a:solidFill>
                          <a:latin typeface="Calibri"/>
                        </a:defRPr>
                      </a:lvl9pPr>
                    </a:lstStyle>
                    <a:p>
                      <a:pPr>
                        <a:lnSpc>
                          <a:spcPct val="115000"/>
                        </a:lnSpc>
                        <a:spcAft>
                          <a:spcPts val="0"/>
                        </a:spcAft>
                      </a:pPr>
                      <a:r>
                        <a:rPr lang="en-GB" sz="1000" dirty="0">
                          <a:effectLst/>
                        </a:rPr>
                        <a:t>PON interface</a:t>
                      </a:r>
                      <a:endParaRPr lang="en-GB" sz="1000" dirty="0">
                        <a:solidFill>
                          <a:schemeClr val="tx1"/>
                        </a:solidFill>
                        <a:effectLst/>
                        <a:latin typeface="Calibri"/>
                        <a:ea typeface="Calibri"/>
                        <a:cs typeface="Times New Roman"/>
                      </a:endParaRPr>
                    </a:p>
                  </a:txBody>
                  <a:tcPr marL="68570" marR="68570" marT="0" marB="0">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CCECFF"/>
                    </a:solidFill>
                  </a:tcPr>
                </a:tc>
                <a:extLst>
                  <a:ext uri="{0D108BD9-81ED-4DB2-BD59-A6C34878D82A}">
                    <a16:rowId xmlns:a16="http://schemas.microsoft.com/office/drawing/2014/main" val="10003"/>
                  </a:ext>
                </a:extLst>
              </a:tr>
              <a:tr h="172819">
                <a:tc>
                  <a:txBody>
                    <a:bodyPr/>
                    <a:lstStyle>
                      <a:lvl1pPr marL="0" algn="l" defTabSz="914400" rtl="0" eaLnBrk="1" latinLnBrk="1" hangingPunct="1">
                        <a:defRPr sz="1800" kern="1200">
                          <a:solidFill>
                            <a:schemeClr val="tx1"/>
                          </a:solidFill>
                          <a:latin typeface="Calibri"/>
                        </a:defRPr>
                      </a:lvl1pPr>
                      <a:lvl2pPr marL="457200" algn="l" defTabSz="914400" rtl="0" eaLnBrk="1" latinLnBrk="1" hangingPunct="1">
                        <a:defRPr sz="1800" kern="1200">
                          <a:solidFill>
                            <a:schemeClr val="tx1"/>
                          </a:solidFill>
                          <a:latin typeface="Calibri"/>
                        </a:defRPr>
                      </a:lvl2pPr>
                      <a:lvl3pPr marL="914400" algn="l" defTabSz="914400" rtl="0" eaLnBrk="1" latinLnBrk="1" hangingPunct="1">
                        <a:defRPr sz="1800" kern="1200">
                          <a:solidFill>
                            <a:schemeClr val="tx1"/>
                          </a:solidFill>
                          <a:latin typeface="Calibri"/>
                        </a:defRPr>
                      </a:lvl3pPr>
                      <a:lvl4pPr marL="1371600" algn="l" defTabSz="914400" rtl="0" eaLnBrk="1" latinLnBrk="1" hangingPunct="1">
                        <a:defRPr sz="1800" kern="1200">
                          <a:solidFill>
                            <a:schemeClr val="tx1"/>
                          </a:solidFill>
                          <a:latin typeface="Calibri"/>
                        </a:defRPr>
                      </a:lvl4pPr>
                      <a:lvl5pPr marL="1828800" algn="l" defTabSz="914400" rtl="0" eaLnBrk="1" latinLnBrk="1" hangingPunct="1">
                        <a:defRPr sz="1800" kern="1200">
                          <a:solidFill>
                            <a:schemeClr val="tx1"/>
                          </a:solidFill>
                          <a:latin typeface="Calibri"/>
                        </a:defRPr>
                      </a:lvl5pPr>
                      <a:lvl6pPr marL="2286000" algn="l" defTabSz="914400" rtl="0" eaLnBrk="1" latinLnBrk="1" hangingPunct="1">
                        <a:defRPr sz="1800" kern="1200">
                          <a:solidFill>
                            <a:schemeClr val="tx1"/>
                          </a:solidFill>
                          <a:latin typeface="Calibri"/>
                        </a:defRPr>
                      </a:lvl6pPr>
                      <a:lvl7pPr marL="2743200" algn="l" defTabSz="914400" rtl="0" eaLnBrk="1" latinLnBrk="1" hangingPunct="1">
                        <a:defRPr sz="1800" kern="1200">
                          <a:solidFill>
                            <a:schemeClr val="tx1"/>
                          </a:solidFill>
                          <a:latin typeface="Calibri"/>
                        </a:defRPr>
                      </a:lvl7pPr>
                      <a:lvl8pPr marL="3200400" algn="l" defTabSz="914400" rtl="0" eaLnBrk="1" latinLnBrk="1" hangingPunct="1">
                        <a:defRPr sz="1800" kern="1200">
                          <a:solidFill>
                            <a:schemeClr val="tx1"/>
                          </a:solidFill>
                          <a:latin typeface="Calibri"/>
                        </a:defRPr>
                      </a:lvl8pPr>
                      <a:lvl9pPr marL="3657600" algn="l" defTabSz="914400" rtl="0" eaLnBrk="1" latinLnBrk="1" hangingPunct="1">
                        <a:defRPr sz="1800" kern="1200">
                          <a:solidFill>
                            <a:schemeClr val="tx1"/>
                          </a:solidFill>
                          <a:latin typeface="Calibri"/>
                        </a:defRPr>
                      </a:lvl9pPr>
                    </a:lstStyle>
                    <a:p>
                      <a:pPr>
                        <a:lnSpc>
                          <a:spcPct val="115000"/>
                        </a:lnSpc>
                        <a:spcAft>
                          <a:spcPts val="0"/>
                        </a:spcAft>
                      </a:pPr>
                      <a:r>
                        <a:rPr lang="en-GB" sz="1000" dirty="0">
                          <a:effectLst/>
                        </a:rPr>
                        <a:t> </a:t>
                      </a:r>
                      <a:endParaRPr lang="en-GB" sz="1000" dirty="0">
                        <a:solidFill>
                          <a:schemeClr val="tx1"/>
                        </a:solidFill>
                        <a:effectLst/>
                        <a:latin typeface="Calibri"/>
                        <a:ea typeface="Calibri"/>
                        <a:cs typeface="Times New Roman"/>
                      </a:endParaRPr>
                    </a:p>
                  </a:txBody>
                  <a:tcPr marL="68570" marR="68570" marT="0" marB="0">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CCECFF"/>
                    </a:solidFill>
                  </a:tcPr>
                </a:tc>
                <a:tc>
                  <a:txBody>
                    <a:bodyPr/>
                    <a:lstStyle>
                      <a:lvl1pPr marL="0" algn="l" defTabSz="914400" rtl="0" eaLnBrk="1" latinLnBrk="1" hangingPunct="1">
                        <a:defRPr sz="1800" kern="1200">
                          <a:solidFill>
                            <a:schemeClr val="tx1"/>
                          </a:solidFill>
                          <a:latin typeface="Calibri"/>
                        </a:defRPr>
                      </a:lvl1pPr>
                      <a:lvl2pPr marL="457200" algn="l" defTabSz="914400" rtl="0" eaLnBrk="1" latinLnBrk="1" hangingPunct="1">
                        <a:defRPr sz="1800" kern="1200">
                          <a:solidFill>
                            <a:schemeClr val="tx1"/>
                          </a:solidFill>
                          <a:latin typeface="Calibri"/>
                        </a:defRPr>
                      </a:lvl2pPr>
                      <a:lvl3pPr marL="914400" algn="l" defTabSz="914400" rtl="0" eaLnBrk="1" latinLnBrk="1" hangingPunct="1">
                        <a:defRPr sz="1800" kern="1200">
                          <a:solidFill>
                            <a:schemeClr val="tx1"/>
                          </a:solidFill>
                          <a:latin typeface="Calibri"/>
                        </a:defRPr>
                      </a:lvl3pPr>
                      <a:lvl4pPr marL="1371600" algn="l" defTabSz="914400" rtl="0" eaLnBrk="1" latinLnBrk="1" hangingPunct="1">
                        <a:defRPr sz="1800" kern="1200">
                          <a:solidFill>
                            <a:schemeClr val="tx1"/>
                          </a:solidFill>
                          <a:latin typeface="Calibri"/>
                        </a:defRPr>
                      </a:lvl4pPr>
                      <a:lvl5pPr marL="1828800" algn="l" defTabSz="914400" rtl="0" eaLnBrk="1" latinLnBrk="1" hangingPunct="1">
                        <a:defRPr sz="1800" kern="1200">
                          <a:solidFill>
                            <a:schemeClr val="tx1"/>
                          </a:solidFill>
                          <a:latin typeface="Calibri"/>
                        </a:defRPr>
                      </a:lvl5pPr>
                      <a:lvl6pPr marL="2286000" algn="l" defTabSz="914400" rtl="0" eaLnBrk="1" latinLnBrk="1" hangingPunct="1">
                        <a:defRPr sz="1800" kern="1200">
                          <a:solidFill>
                            <a:schemeClr val="tx1"/>
                          </a:solidFill>
                          <a:latin typeface="Calibri"/>
                        </a:defRPr>
                      </a:lvl6pPr>
                      <a:lvl7pPr marL="2743200" algn="l" defTabSz="914400" rtl="0" eaLnBrk="1" latinLnBrk="1" hangingPunct="1">
                        <a:defRPr sz="1800" kern="1200">
                          <a:solidFill>
                            <a:schemeClr val="tx1"/>
                          </a:solidFill>
                          <a:latin typeface="Calibri"/>
                        </a:defRPr>
                      </a:lvl7pPr>
                      <a:lvl8pPr marL="3200400" algn="l" defTabSz="914400" rtl="0" eaLnBrk="1" latinLnBrk="1" hangingPunct="1">
                        <a:defRPr sz="1800" kern="1200">
                          <a:solidFill>
                            <a:schemeClr val="tx1"/>
                          </a:solidFill>
                          <a:latin typeface="Calibri"/>
                        </a:defRPr>
                      </a:lvl8pPr>
                      <a:lvl9pPr marL="3657600" algn="l" defTabSz="914400" rtl="0" eaLnBrk="1" latinLnBrk="1" hangingPunct="1">
                        <a:defRPr sz="1800" kern="1200">
                          <a:solidFill>
                            <a:schemeClr val="tx1"/>
                          </a:solidFill>
                          <a:latin typeface="Calibri"/>
                        </a:defRPr>
                      </a:lvl9pPr>
                    </a:lstStyle>
                    <a:p>
                      <a:pPr>
                        <a:lnSpc>
                          <a:spcPct val="115000"/>
                        </a:lnSpc>
                        <a:spcAft>
                          <a:spcPts val="0"/>
                        </a:spcAft>
                      </a:pPr>
                      <a:r>
                        <a:rPr lang="en-GB" sz="1000" dirty="0">
                          <a:effectLst/>
                        </a:rPr>
                        <a:t> </a:t>
                      </a:r>
                      <a:endParaRPr lang="en-GB" sz="1000" dirty="0">
                        <a:solidFill>
                          <a:schemeClr val="tx1"/>
                        </a:solidFill>
                        <a:effectLst/>
                        <a:latin typeface="Calibri"/>
                        <a:ea typeface="Calibri"/>
                        <a:cs typeface="Times New Roman"/>
                      </a:endParaRPr>
                    </a:p>
                  </a:txBody>
                  <a:tcPr marL="68570" marR="68570" marT="0" marB="0">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CCECFF"/>
                    </a:solidFill>
                  </a:tcPr>
                </a:tc>
                <a:extLst>
                  <a:ext uri="{0D108BD9-81ED-4DB2-BD59-A6C34878D82A}">
                    <a16:rowId xmlns:a16="http://schemas.microsoft.com/office/drawing/2014/main" val="10004"/>
                  </a:ext>
                </a:extLst>
              </a:tr>
            </a:tbl>
          </a:graphicData>
        </a:graphic>
      </p:graphicFrame>
      <p:graphicFrame>
        <p:nvGraphicFramePr>
          <p:cNvPr id="6" name="Table 5"/>
          <p:cNvGraphicFramePr>
            <a:graphicFrameLocks noGrp="1"/>
          </p:cNvGraphicFramePr>
          <p:nvPr>
            <p:extLst/>
          </p:nvPr>
        </p:nvGraphicFramePr>
        <p:xfrm>
          <a:off x="1631505" y="5321388"/>
          <a:ext cx="4447230" cy="760857"/>
        </p:xfrm>
        <a:graphic>
          <a:graphicData uri="http://schemas.openxmlformats.org/drawingml/2006/table">
            <a:tbl>
              <a:tblPr>
                <a:tableStyleId>{5940675A-B579-460E-94D1-54222C63F5DA}</a:tableStyleId>
              </a:tblPr>
              <a:tblGrid>
                <a:gridCol w="667085">
                  <a:extLst>
                    <a:ext uri="{9D8B030D-6E8A-4147-A177-3AD203B41FA5}">
                      <a16:colId xmlns:a16="http://schemas.microsoft.com/office/drawing/2014/main" val="20000"/>
                    </a:ext>
                  </a:extLst>
                </a:gridCol>
                <a:gridCol w="1067335">
                  <a:extLst>
                    <a:ext uri="{9D8B030D-6E8A-4147-A177-3AD203B41FA5}">
                      <a16:colId xmlns:a16="http://schemas.microsoft.com/office/drawing/2014/main" val="20001"/>
                    </a:ext>
                  </a:extLst>
                </a:gridCol>
                <a:gridCol w="1721963">
                  <a:extLst>
                    <a:ext uri="{9D8B030D-6E8A-4147-A177-3AD203B41FA5}">
                      <a16:colId xmlns:a16="http://schemas.microsoft.com/office/drawing/2014/main" val="20002"/>
                    </a:ext>
                  </a:extLst>
                </a:gridCol>
                <a:gridCol w="990847">
                  <a:extLst>
                    <a:ext uri="{9D8B030D-6E8A-4147-A177-3AD203B41FA5}">
                      <a16:colId xmlns:a16="http://schemas.microsoft.com/office/drawing/2014/main" val="20003"/>
                    </a:ext>
                  </a:extLst>
                </a:gridCol>
              </a:tblGrid>
              <a:tr h="0">
                <a:tc>
                  <a:txBody>
                    <a:bodyPr/>
                    <a:lstStyle/>
                    <a:p>
                      <a:pPr>
                        <a:lnSpc>
                          <a:spcPct val="115000"/>
                        </a:lnSpc>
                        <a:spcAft>
                          <a:spcPts val="1000"/>
                        </a:spcAft>
                      </a:pPr>
                      <a:r>
                        <a:rPr lang="en-GB" sz="900" b="1" dirty="0">
                          <a:effectLst/>
                        </a:rPr>
                        <a:t>Ref ID</a:t>
                      </a:r>
                      <a:endParaRPr lang="en-GB" sz="900" b="1" dirty="0">
                        <a:effectLst/>
                        <a:latin typeface="Calibri" panose="020F0502020204030204" pitchFamily="34" charset="0"/>
                        <a:ea typeface="Calibri"/>
                        <a:cs typeface="Times New Roman"/>
                      </a:endParaRPr>
                    </a:p>
                  </a:txBody>
                  <a:tcPr marL="68580" marR="68580" marT="0" marB="0">
                    <a:solidFill>
                      <a:schemeClr val="bg1">
                        <a:lumMod val="65000"/>
                      </a:schemeClr>
                    </a:solidFill>
                  </a:tcPr>
                </a:tc>
                <a:tc>
                  <a:txBody>
                    <a:bodyPr/>
                    <a:lstStyle/>
                    <a:p>
                      <a:pPr>
                        <a:lnSpc>
                          <a:spcPct val="115000"/>
                        </a:lnSpc>
                        <a:spcAft>
                          <a:spcPts val="1000"/>
                        </a:spcAft>
                      </a:pPr>
                      <a:r>
                        <a:rPr lang="en-GB" sz="900" b="1" dirty="0">
                          <a:effectLst/>
                        </a:rPr>
                        <a:t>Function Name</a:t>
                      </a:r>
                      <a:endParaRPr lang="en-GB" sz="900" b="1" dirty="0">
                        <a:effectLst/>
                        <a:latin typeface="Calibri" panose="020F0502020204030204" pitchFamily="34" charset="0"/>
                        <a:ea typeface="Calibri"/>
                        <a:cs typeface="Times New Roman"/>
                      </a:endParaRPr>
                    </a:p>
                  </a:txBody>
                  <a:tcPr marL="68580" marR="68580" marT="0" marB="0">
                    <a:solidFill>
                      <a:schemeClr val="bg1">
                        <a:lumMod val="65000"/>
                      </a:schemeClr>
                    </a:solidFill>
                  </a:tcPr>
                </a:tc>
                <a:tc>
                  <a:txBody>
                    <a:bodyPr/>
                    <a:lstStyle/>
                    <a:p>
                      <a:pPr>
                        <a:lnSpc>
                          <a:spcPct val="115000"/>
                        </a:lnSpc>
                        <a:spcAft>
                          <a:spcPts val="1000"/>
                        </a:spcAft>
                      </a:pPr>
                      <a:r>
                        <a:rPr lang="en-GB" sz="900" b="1" dirty="0">
                          <a:effectLst/>
                        </a:rPr>
                        <a:t>Description</a:t>
                      </a:r>
                      <a:endParaRPr lang="en-GB" sz="900" b="1" dirty="0">
                        <a:effectLst/>
                        <a:latin typeface="Calibri" panose="020F0502020204030204" pitchFamily="34" charset="0"/>
                        <a:ea typeface="Calibri"/>
                        <a:cs typeface="Times New Roman"/>
                      </a:endParaRPr>
                    </a:p>
                  </a:txBody>
                  <a:tcPr marL="68580" marR="68580" marT="0" marB="0">
                    <a:solidFill>
                      <a:schemeClr val="bg1">
                        <a:lumMod val="65000"/>
                      </a:schemeClr>
                    </a:solidFill>
                  </a:tcPr>
                </a:tc>
                <a:tc>
                  <a:txBody>
                    <a:bodyPr/>
                    <a:lstStyle/>
                    <a:p>
                      <a:pPr>
                        <a:lnSpc>
                          <a:spcPct val="115000"/>
                        </a:lnSpc>
                        <a:spcAft>
                          <a:spcPts val="1000"/>
                        </a:spcAft>
                      </a:pPr>
                      <a:r>
                        <a:rPr lang="en-GB" sz="900" b="1" dirty="0">
                          <a:effectLst/>
                        </a:rPr>
                        <a:t>Interface Name</a:t>
                      </a:r>
                      <a:endParaRPr lang="en-GB" sz="900" b="1" dirty="0">
                        <a:effectLst/>
                        <a:latin typeface="Calibri" panose="020F0502020204030204" pitchFamily="34" charset="0"/>
                        <a:ea typeface="Calibri"/>
                        <a:cs typeface="Times New Roman"/>
                      </a:endParaRPr>
                    </a:p>
                  </a:txBody>
                  <a:tcPr marL="68580" marR="68580" marT="0" marB="0">
                    <a:solidFill>
                      <a:schemeClr val="bg1">
                        <a:lumMod val="65000"/>
                      </a:schemeClr>
                    </a:solidFill>
                  </a:tcPr>
                </a:tc>
                <a:extLst>
                  <a:ext uri="{0D108BD9-81ED-4DB2-BD59-A6C34878D82A}">
                    <a16:rowId xmlns:a16="http://schemas.microsoft.com/office/drawing/2014/main" val="10000"/>
                  </a:ext>
                </a:extLst>
              </a:tr>
              <a:tr h="0">
                <a:tc>
                  <a:txBody>
                    <a:bodyPr/>
                    <a:lstStyle/>
                    <a:p>
                      <a:pPr>
                        <a:lnSpc>
                          <a:spcPct val="115000"/>
                        </a:lnSpc>
                        <a:spcAft>
                          <a:spcPts val="1000"/>
                        </a:spcAft>
                      </a:pPr>
                      <a:r>
                        <a:rPr lang="en-GB" sz="900" dirty="0">
                          <a:effectLst/>
                        </a:rPr>
                        <a:t>0401-HM-001</a:t>
                      </a:r>
                      <a:endParaRPr lang="en-GB" sz="900" dirty="0">
                        <a:effectLst/>
                        <a:latin typeface="Calibri" panose="020F0502020204030204" pitchFamily="34" charset="0"/>
                        <a:ea typeface="Calibri"/>
                        <a:cs typeface="Times New Roman"/>
                      </a:endParaRPr>
                    </a:p>
                  </a:txBody>
                  <a:tcPr marL="68580" marR="68580" marT="0" marB="0">
                    <a:solidFill>
                      <a:srgbClr val="CCECFF"/>
                    </a:solidFill>
                  </a:tcPr>
                </a:tc>
                <a:tc>
                  <a:txBody>
                    <a:bodyPr/>
                    <a:lstStyle/>
                    <a:p>
                      <a:pPr>
                        <a:lnSpc>
                          <a:spcPct val="115000"/>
                        </a:lnSpc>
                        <a:spcAft>
                          <a:spcPts val="1000"/>
                        </a:spcAft>
                      </a:pPr>
                      <a:r>
                        <a:rPr lang="en-GB" sz="900" dirty="0">
                          <a:effectLst/>
                        </a:rPr>
                        <a:t> Temperature Measurement</a:t>
                      </a:r>
                      <a:endParaRPr lang="en-GB" sz="900" dirty="0">
                        <a:effectLst/>
                        <a:latin typeface="Calibri" panose="020F0502020204030204" pitchFamily="34" charset="0"/>
                        <a:ea typeface="Calibri"/>
                        <a:cs typeface="Times New Roman"/>
                      </a:endParaRPr>
                    </a:p>
                  </a:txBody>
                  <a:tcPr marL="68580" marR="68580" marT="0" marB="0">
                    <a:solidFill>
                      <a:srgbClr val="CCECFF"/>
                    </a:solidFill>
                  </a:tcPr>
                </a:tc>
                <a:tc>
                  <a:txBody>
                    <a:bodyPr/>
                    <a:lstStyle/>
                    <a:p>
                      <a:pPr>
                        <a:lnSpc>
                          <a:spcPct val="115000"/>
                        </a:lnSpc>
                        <a:spcAft>
                          <a:spcPts val="1000"/>
                        </a:spcAft>
                      </a:pPr>
                      <a:r>
                        <a:rPr lang="en-GB" sz="900" dirty="0">
                          <a:effectLst/>
                        </a:rPr>
                        <a:t>Display Port plug structure temperature on HMI</a:t>
                      </a:r>
                      <a:endParaRPr lang="en-GB" sz="900" dirty="0">
                        <a:effectLst/>
                        <a:latin typeface="Calibri" panose="020F0502020204030204" pitchFamily="34" charset="0"/>
                        <a:ea typeface="Calibri"/>
                        <a:cs typeface="Times New Roman"/>
                      </a:endParaRPr>
                    </a:p>
                  </a:txBody>
                  <a:tcPr marL="68580" marR="68580" marT="0" marB="0">
                    <a:solidFill>
                      <a:srgbClr val="CCECFF"/>
                    </a:solidFill>
                  </a:tcPr>
                </a:tc>
                <a:tc>
                  <a:txBody>
                    <a:bodyPr/>
                    <a:lstStyle/>
                    <a:p>
                      <a:pPr>
                        <a:lnSpc>
                          <a:spcPct val="115000"/>
                        </a:lnSpc>
                        <a:spcAft>
                          <a:spcPts val="1000"/>
                        </a:spcAft>
                      </a:pPr>
                      <a:r>
                        <a:rPr lang="en-GB" sz="900">
                          <a:effectLst/>
                        </a:rPr>
                        <a:t>PON</a:t>
                      </a:r>
                      <a:endParaRPr lang="en-GB" sz="900">
                        <a:effectLst/>
                        <a:latin typeface="Calibri" panose="020F0502020204030204" pitchFamily="34" charset="0"/>
                        <a:ea typeface="Calibri"/>
                        <a:cs typeface="Times New Roman"/>
                      </a:endParaRPr>
                    </a:p>
                  </a:txBody>
                  <a:tcPr marL="68580" marR="68580" marT="0" marB="0">
                    <a:solidFill>
                      <a:srgbClr val="CCECFF"/>
                    </a:solidFill>
                  </a:tcPr>
                </a:tc>
                <a:extLst>
                  <a:ext uri="{0D108BD9-81ED-4DB2-BD59-A6C34878D82A}">
                    <a16:rowId xmlns:a16="http://schemas.microsoft.com/office/drawing/2014/main" val="10001"/>
                  </a:ext>
                </a:extLst>
              </a:tr>
              <a:tr h="0">
                <a:tc>
                  <a:txBody>
                    <a:bodyPr/>
                    <a:lstStyle/>
                    <a:p>
                      <a:pPr>
                        <a:lnSpc>
                          <a:spcPct val="115000"/>
                        </a:lnSpc>
                        <a:spcAft>
                          <a:spcPts val="1000"/>
                        </a:spcAft>
                      </a:pPr>
                      <a:r>
                        <a:rPr lang="en-GB" sz="900">
                          <a:effectLst/>
                        </a:rPr>
                        <a:t>0401-HM-002</a:t>
                      </a:r>
                      <a:endParaRPr lang="en-GB" sz="900">
                        <a:effectLst/>
                        <a:latin typeface="Calibri" panose="020F0502020204030204" pitchFamily="34" charset="0"/>
                        <a:ea typeface="Calibri"/>
                        <a:cs typeface="Times New Roman"/>
                      </a:endParaRPr>
                    </a:p>
                  </a:txBody>
                  <a:tcPr marL="68580" marR="68580" marT="0" marB="0">
                    <a:solidFill>
                      <a:srgbClr val="CCECFF"/>
                    </a:solidFill>
                  </a:tcPr>
                </a:tc>
                <a:tc>
                  <a:txBody>
                    <a:bodyPr/>
                    <a:lstStyle/>
                    <a:p>
                      <a:pPr>
                        <a:lnSpc>
                          <a:spcPct val="115000"/>
                        </a:lnSpc>
                        <a:spcAft>
                          <a:spcPts val="1000"/>
                        </a:spcAft>
                      </a:pPr>
                      <a:r>
                        <a:rPr lang="en-GB" sz="900" dirty="0">
                          <a:effectLst/>
                        </a:rPr>
                        <a:t> Temperature Error</a:t>
                      </a:r>
                      <a:endParaRPr lang="en-GB" sz="900" dirty="0">
                        <a:effectLst/>
                        <a:latin typeface="Calibri" panose="020F0502020204030204" pitchFamily="34" charset="0"/>
                        <a:ea typeface="Calibri"/>
                        <a:cs typeface="Times New Roman"/>
                      </a:endParaRPr>
                    </a:p>
                  </a:txBody>
                  <a:tcPr marL="68580" marR="68580" marT="0" marB="0">
                    <a:solidFill>
                      <a:srgbClr val="CCECFF"/>
                    </a:solidFill>
                  </a:tcPr>
                </a:tc>
                <a:tc>
                  <a:txBody>
                    <a:bodyPr/>
                    <a:lstStyle/>
                    <a:p>
                      <a:pPr>
                        <a:lnSpc>
                          <a:spcPct val="115000"/>
                        </a:lnSpc>
                        <a:spcAft>
                          <a:spcPts val="1000"/>
                        </a:spcAft>
                      </a:pPr>
                      <a:r>
                        <a:rPr lang="en-GB" sz="900" dirty="0">
                          <a:effectLst/>
                        </a:rPr>
                        <a:t>Display Port plug structure temperature, error on HMI</a:t>
                      </a:r>
                      <a:endParaRPr lang="en-GB" sz="900" dirty="0">
                        <a:effectLst/>
                        <a:latin typeface="Calibri" panose="020F0502020204030204" pitchFamily="34" charset="0"/>
                        <a:ea typeface="Calibri"/>
                        <a:cs typeface="Times New Roman"/>
                      </a:endParaRPr>
                    </a:p>
                  </a:txBody>
                  <a:tcPr marL="68580" marR="68580" marT="0" marB="0">
                    <a:solidFill>
                      <a:srgbClr val="CCECFF"/>
                    </a:solidFill>
                  </a:tcPr>
                </a:tc>
                <a:tc>
                  <a:txBody>
                    <a:bodyPr/>
                    <a:lstStyle/>
                    <a:p>
                      <a:pPr>
                        <a:lnSpc>
                          <a:spcPct val="115000"/>
                        </a:lnSpc>
                        <a:spcAft>
                          <a:spcPts val="1000"/>
                        </a:spcAft>
                      </a:pPr>
                      <a:r>
                        <a:rPr lang="en-GB" sz="900" dirty="0">
                          <a:effectLst/>
                        </a:rPr>
                        <a:t>PON</a:t>
                      </a:r>
                      <a:endParaRPr lang="en-GB" sz="900" dirty="0">
                        <a:effectLst/>
                        <a:latin typeface="Calibri" panose="020F0502020204030204" pitchFamily="34" charset="0"/>
                        <a:ea typeface="Calibri"/>
                        <a:cs typeface="Times New Roman"/>
                      </a:endParaRPr>
                    </a:p>
                  </a:txBody>
                  <a:tcPr marL="68580" marR="68580" marT="0" marB="0">
                    <a:solidFill>
                      <a:srgbClr val="CCECFF"/>
                    </a:solidFill>
                  </a:tcPr>
                </a:tc>
                <a:extLst>
                  <a:ext uri="{0D108BD9-81ED-4DB2-BD59-A6C34878D82A}">
                    <a16:rowId xmlns:a16="http://schemas.microsoft.com/office/drawing/2014/main" val="10002"/>
                  </a:ext>
                </a:extLst>
              </a:tr>
            </a:tbl>
          </a:graphicData>
        </a:graphic>
      </p:graphicFrame>
      <p:sp>
        <p:nvSpPr>
          <p:cNvPr id="14" name="TextBox 13"/>
          <p:cNvSpPr txBox="1"/>
          <p:nvPr/>
        </p:nvSpPr>
        <p:spPr>
          <a:xfrm>
            <a:off x="6600068" y="2564904"/>
            <a:ext cx="1135375" cy="400110"/>
          </a:xfrm>
          <a:prstGeom prst="rect">
            <a:avLst/>
          </a:prstGeom>
          <a:noFill/>
        </p:spPr>
        <p:txBody>
          <a:bodyPr wrap="none" rtlCol="0">
            <a:spAutoFit/>
          </a:bodyPr>
          <a:lstStyle/>
          <a:p>
            <a:r>
              <a:rPr lang="en-US" sz="2000" dirty="0">
                <a:latin typeface="Calibri" panose="020F0502020204030204" pitchFamily="34" charset="0"/>
              </a:rPr>
              <a:t>Variables</a:t>
            </a:r>
            <a:endParaRPr lang="en-GB" sz="2000" dirty="0">
              <a:latin typeface="Calibri" panose="020F0502020204030204" pitchFamily="34" charset="0"/>
            </a:endParaRPr>
          </a:p>
        </p:txBody>
      </p:sp>
      <p:sp>
        <p:nvSpPr>
          <p:cNvPr id="15" name="TextBox 14">
            <a:extLst>
              <a:ext uri="{FF2B5EF4-FFF2-40B4-BE49-F238E27FC236}">
                <a16:creationId xmlns:a16="http://schemas.microsoft.com/office/drawing/2014/main" id="{A79A430D-FB9D-214C-8E3B-1286594157DE}"/>
              </a:ext>
            </a:extLst>
          </p:cNvPr>
          <p:cNvSpPr txBox="1"/>
          <p:nvPr/>
        </p:nvSpPr>
        <p:spPr>
          <a:xfrm>
            <a:off x="8616280" y="6453336"/>
            <a:ext cx="3240360" cy="369332"/>
          </a:xfrm>
          <a:prstGeom prst="rect">
            <a:avLst/>
          </a:prstGeom>
          <a:noFill/>
        </p:spPr>
        <p:txBody>
          <a:bodyPr wrap="square" rtlCol="0">
            <a:spAutoFit/>
          </a:bodyPr>
          <a:lstStyle/>
          <a:p>
            <a:r>
              <a:rPr lang="en-US" dirty="0"/>
              <a:t>from </a:t>
            </a:r>
            <a:r>
              <a:rPr lang="en-US" dirty="0" err="1"/>
              <a:t>S.Simrock’s</a:t>
            </a:r>
            <a:r>
              <a:rPr lang="en-US" dirty="0"/>
              <a:t> presentation</a:t>
            </a:r>
            <a:endParaRPr lang="ru-RU" dirty="0"/>
          </a:p>
        </p:txBody>
      </p:sp>
    </p:spTree>
    <p:extLst>
      <p:ext uri="{BB962C8B-B14F-4D97-AF65-F5344CB8AC3E}">
        <p14:creationId xmlns:p14="http://schemas.microsoft.com/office/powerpoint/2010/main" val="15581447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p:cNvSpPr>
            <a:spLocks noGrp="1"/>
          </p:cNvSpPr>
          <p:nvPr>
            <p:ph type="title"/>
          </p:nvPr>
        </p:nvSpPr>
        <p:spPr/>
        <p:txBody>
          <a:bodyPr/>
          <a:lstStyle/>
          <a:p>
            <a:r>
              <a:rPr lang="en-US" dirty="0"/>
              <a:t>55.EC (D1-LD) FBS Outline</a:t>
            </a:r>
            <a:endParaRPr lang="ru-RU" dirty="0"/>
          </a:p>
        </p:txBody>
      </p:sp>
      <p:sp>
        <p:nvSpPr>
          <p:cNvPr id="15" name="Текст 14"/>
          <p:cNvSpPr>
            <a:spLocks noGrp="1"/>
          </p:cNvSpPr>
          <p:nvPr>
            <p:ph type="body" sz="quarter" idx="13"/>
          </p:nvPr>
        </p:nvSpPr>
        <p:spPr/>
        <p:txBody>
          <a:bodyPr/>
          <a:lstStyle/>
          <a:p>
            <a:pPr marL="0" lvl="0" indent="22225" algn="just" eaLnBrk="0" fontAlgn="base" hangingPunct="0">
              <a:spcBef>
                <a:spcPct val="0"/>
              </a:spcBef>
              <a:spcAft>
                <a:spcPct val="0"/>
              </a:spcAft>
              <a:buNone/>
              <a:tabLst>
                <a:tab pos="914400" algn="l"/>
                <a:tab pos="1371600" algn="l"/>
                <a:tab pos="1828800" algn="l"/>
                <a:tab pos="2286000" algn="l"/>
                <a:tab pos="2743200" algn="l"/>
                <a:tab pos="3200400" algn="l"/>
                <a:tab pos="3657600" algn="l"/>
                <a:tab pos="4051300" algn="l"/>
                <a:tab pos="4114800" algn="l"/>
                <a:tab pos="4572000" algn="l"/>
                <a:tab pos="5029200" algn="l"/>
                <a:tab pos="5715000" algn="r"/>
              </a:tabLst>
            </a:pPr>
            <a:r>
              <a:rPr lang="en-US" altLang="ru-RU" dirty="0">
                <a:solidFill>
                  <a:srgbClr val="000000"/>
                </a:solidFill>
                <a:ea typeface="Times" panose="02020603050405020304" pitchFamily="18" charset="0"/>
                <a:cs typeface="Times New Roman" panose="02020603050405020304" pitchFamily="18" charset="0"/>
              </a:rPr>
              <a:t>Following information was imported via add-in to EA Project:</a:t>
            </a:r>
          </a:p>
          <a:p>
            <a:pPr algn="just" eaLnBrk="0" fontAlgn="base" hangingPunct="0">
              <a:spcBef>
                <a:spcPct val="0"/>
              </a:spcBef>
              <a:spcAft>
                <a:spcPct val="0"/>
              </a:spcAft>
              <a:tabLst>
                <a:tab pos="914400" algn="l"/>
                <a:tab pos="1371600" algn="l"/>
                <a:tab pos="1828800" algn="l"/>
                <a:tab pos="2286000" algn="l"/>
                <a:tab pos="2743200" algn="l"/>
                <a:tab pos="3200400" algn="l"/>
                <a:tab pos="3657600" algn="l"/>
                <a:tab pos="4051300" algn="l"/>
                <a:tab pos="4114800" algn="l"/>
                <a:tab pos="4572000" algn="l"/>
                <a:tab pos="5029200" algn="l"/>
                <a:tab pos="5715000" algn="r"/>
              </a:tabLst>
            </a:pPr>
            <a:r>
              <a:rPr lang="en-US" altLang="ru-RU" dirty="0">
                <a:solidFill>
                  <a:srgbClr val="000000"/>
                </a:solidFill>
                <a:ea typeface="Times" panose="02020603050405020304" pitchFamily="18" charset="0"/>
                <a:cs typeface="Times New Roman" panose="02020603050405020304" pitchFamily="18" charset="0"/>
              </a:rPr>
              <a:t>Functional Breakdown Structure</a:t>
            </a:r>
          </a:p>
          <a:p>
            <a:pPr lvl="1" algn="just" eaLnBrk="0" fontAlgn="base" hangingPunct="0">
              <a:spcBef>
                <a:spcPct val="0"/>
              </a:spcBef>
              <a:spcAft>
                <a:spcPct val="0"/>
              </a:spcAft>
              <a:tabLst>
                <a:tab pos="914400" algn="l"/>
                <a:tab pos="1371600" algn="l"/>
                <a:tab pos="1828800" algn="l"/>
                <a:tab pos="2286000" algn="l"/>
                <a:tab pos="2743200" algn="l"/>
                <a:tab pos="3200400" algn="l"/>
                <a:tab pos="3657600" algn="l"/>
                <a:tab pos="4051300" algn="l"/>
                <a:tab pos="4114800" algn="l"/>
                <a:tab pos="4572000" algn="l"/>
                <a:tab pos="5029200" algn="l"/>
                <a:tab pos="5715000" algn="r"/>
              </a:tabLst>
            </a:pPr>
            <a:r>
              <a:rPr lang="en-US" altLang="ru-RU" dirty="0">
                <a:solidFill>
                  <a:srgbClr val="000000"/>
                </a:solidFill>
                <a:ea typeface="Times" panose="02020603050405020304" pitchFamily="18" charset="0"/>
                <a:cs typeface="Times New Roman" panose="02020603050405020304" pitchFamily="18" charset="0"/>
              </a:rPr>
              <a:t>L1 functions – 8/10 (two are not applicable for D1-LD);</a:t>
            </a:r>
          </a:p>
          <a:p>
            <a:pPr lvl="1" algn="just" eaLnBrk="0" fontAlgn="base" hangingPunct="0">
              <a:spcBef>
                <a:spcPct val="0"/>
              </a:spcBef>
              <a:spcAft>
                <a:spcPct val="0"/>
              </a:spcAft>
              <a:tabLst>
                <a:tab pos="914400" algn="l"/>
                <a:tab pos="1371600" algn="l"/>
                <a:tab pos="1828800" algn="l"/>
                <a:tab pos="2286000" algn="l"/>
                <a:tab pos="2743200" algn="l"/>
                <a:tab pos="3200400" algn="l"/>
                <a:tab pos="3657600" algn="l"/>
                <a:tab pos="4051300" algn="l"/>
                <a:tab pos="4114800" algn="l"/>
                <a:tab pos="4572000" algn="l"/>
                <a:tab pos="5029200" algn="l"/>
                <a:tab pos="5715000" algn="r"/>
              </a:tabLst>
            </a:pPr>
            <a:r>
              <a:rPr lang="en-US" altLang="ru-RU" dirty="0">
                <a:solidFill>
                  <a:srgbClr val="000000"/>
                </a:solidFill>
                <a:ea typeface="Times" panose="02020603050405020304" pitchFamily="18" charset="0"/>
                <a:cs typeface="Times New Roman" panose="02020603050405020304" pitchFamily="18" charset="0"/>
              </a:rPr>
              <a:t>L2 functions – 40;</a:t>
            </a:r>
          </a:p>
          <a:p>
            <a:pPr lvl="1" algn="just" eaLnBrk="0" fontAlgn="base" hangingPunct="0">
              <a:spcBef>
                <a:spcPct val="0"/>
              </a:spcBef>
              <a:spcAft>
                <a:spcPct val="0"/>
              </a:spcAft>
              <a:tabLst>
                <a:tab pos="914400" algn="l"/>
                <a:tab pos="1371600" algn="l"/>
                <a:tab pos="1828800" algn="l"/>
                <a:tab pos="2286000" algn="l"/>
                <a:tab pos="2743200" algn="l"/>
                <a:tab pos="3200400" algn="l"/>
                <a:tab pos="3657600" algn="l"/>
                <a:tab pos="4051300" algn="l"/>
                <a:tab pos="4114800" algn="l"/>
                <a:tab pos="4572000" algn="l"/>
                <a:tab pos="5029200" algn="l"/>
                <a:tab pos="5715000" algn="r"/>
              </a:tabLst>
            </a:pPr>
            <a:r>
              <a:rPr lang="en-US" altLang="ru-RU" dirty="0">
                <a:solidFill>
                  <a:srgbClr val="000000"/>
                </a:solidFill>
                <a:ea typeface="Times" panose="02020603050405020304" pitchFamily="18" charset="0"/>
                <a:cs typeface="Times New Roman" panose="02020603050405020304" pitchFamily="18" charset="0"/>
              </a:rPr>
              <a:t>L3 functions – 201;</a:t>
            </a:r>
          </a:p>
          <a:p>
            <a:pPr lvl="1" algn="just" eaLnBrk="0" fontAlgn="base" hangingPunct="0">
              <a:spcBef>
                <a:spcPct val="0"/>
              </a:spcBef>
              <a:spcAft>
                <a:spcPct val="0"/>
              </a:spcAft>
              <a:tabLst>
                <a:tab pos="914400" algn="l"/>
                <a:tab pos="1371600" algn="l"/>
                <a:tab pos="1828800" algn="l"/>
                <a:tab pos="2286000" algn="l"/>
                <a:tab pos="2743200" algn="l"/>
                <a:tab pos="3200400" algn="l"/>
                <a:tab pos="3657600" algn="l"/>
                <a:tab pos="4051300" algn="l"/>
                <a:tab pos="4114800" algn="l"/>
                <a:tab pos="4572000" algn="l"/>
                <a:tab pos="5029200" algn="l"/>
                <a:tab pos="5715000" algn="r"/>
              </a:tabLst>
            </a:pPr>
            <a:r>
              <a:rPr lang="en-US" altLang="ru-RU" dirty="0">
                <a:solidFill>
                  <a:srgbClr val="000000"/>
                </a:solidFill>
                <a:ea typeface="Times" panose="02020603050405020304" pitchFamily="18" charset="0"/>
                <a:cs typeface="Times New Roman" panose="02020603050405020304" pitchFamily="18" charset="0"/>
              </a:rPr>
              <a:t>L4 functions – 1010;</a:t>
            </a:r>
          </a:p>
          <a:p>
            <a:pPr lvl="1" algn="just" eaLnBrk="0" fontAlgn="base" hangingPunct="0">
              <a:spcBef>
                <a:spcPct val="0"/>
              </a:spcBef>
              <a:spcAft>
                <a:spcPct val="0"/>
              </a:spcAft>
              <a:tabLst>
                <a:tab pos="914400" algn="l"/>
                <a:tab pos="1371600" algn="l"/>
                <a:tab pos="1828800" algn="l"/>
                <a:tab pos="2286000" algn="l"/>
                <a:tab pos="2743200" algn="l"/>
                <a:tab pos="3200400" algn="l"/>
                <a:tab pos="3657600" algn="l"/>
                <a:tab pos="4051300" algn="l"/>
                <a:tab pos="4114800" algn="l"/>
                <a:tab pos="4572000" algn="l"/>
                <a:tab pos="5029200" algn="l"/>
                <a:tab pos="5715000" algn="r"/>
              </a:tabLst>
            </a:pPr>
            <a:r>
              <a:rPr lang="en-US" altLang="ru-RU" dirty="0">
                <a:solidFill>
                  <a:srgbClr val="000000"/>
                </a:solidFill>
                <a:ea typeface="Times" panose="02020603050405020304" pitchFamily="18" charset="0"/>
                <a:cs typeface="Times New Roman" panose="02020603050405020304" pitchFamily="18" charset="0"/>
              </a:rPr>
              <a:t>L5 functions – 3563;</a:t>
            </a:r>
          </a:p>
          <a:p>
            <a:pPr lvl="1" algn="just" eaLnBrk="0" fontAlgn="base" hangingPunct="0">
              <a:spcBef>
                <a:spcPct val="0"/>
              </a:spcBef>
              <a:spcAft>
                <a:spcPct val="0"/>
              </a:spcAft>
              <a:tabLst>
                <a:tab pos="914400" algn="l"/>
                <a:tab pos="1371600" algn="l"/>
                <a:tab pos="1828800" algn="l"/>
                <a:tab pos="2286000" algn="l"/>
                <a:tab pos="2743200" algn="l"/>
                <a:tab pos="3200400" algn="l"/>
                <a:tab pos="3657600" algn="l"/>
                <a:tab pos="4051300" algn="l"/>
                <a:tab pos="4114800" algn="l"/>
                <a:tab pos="4572000" algn="l"/>
                <a:tab pos="5029200" algn="l"/>
                <a:tab pos="5715000" algn="r"/>
              </a:tabLst>
            </a:pPr>
            <a:r>
              <a:rPr lang="en-US" altLang="ru-RU" dirty="0">
                <a:solidFill>
                  <a:srgbClr val="000000"/>
                </a:solidFill>
                <a:ea typeface="Times" panose="02020603050405020304" pitchFamily="18" charset="0"/>
                <a:cs typeface="Times New Roman" panose="02020603050405020304" pitchFamily="18" charset="0"/>
              </a:rPr>
              <a:t>L6 functions – 3284.</a:t>
            </a:r>
          </a:p>
          <a:p>
            <a:pPr lvl="1" algn="just" eaLnBrk="0" fontAlgn="base" hangingPunct="0">
              <a:spcBef>
                <a:spcPct val="0"/>
              </a:spcBef>
              <a:spcAft>
                <a:spcPct val="0"/>
              </a:spcAft>
              <a:tabLst>
                <a:tab pos="914400" algn="l"/>
                <a:tab pos="1371600" algn="l"/>
                <a:tab pos="1828800" algn="l"/>
                <a:tab pos="2286000" algn="l"/>
                <a:tab pos="2743200" algn="l"/>
                <a:tab pos="3200400" algn="l"/>
                <a:tab pos="3657600" algn="l"/>
                <a:tab pos="4051300" algn="l"/>
                <a:tab pos="4114800" algn="l"/>
                <a:tab pos="4572000" algn="l"/>
                <a:tab pos="5029200" algn="l"/>
                <a:tab pos="5715000" algn="r"/>
              </a:tabLst>
            </a:pPr>
            <a:endParaRPr lang="en-US" altLang="ru-RU" dirty="0">
              <a:solidFill>
                <a:srgbClr val="000000"/>
              </a:solidFill>
              <a:ea typeface="Times" panose="02020603050405020304" pitchFamily="18" charset="0"/>
              <a:cs typeface="Times New Roman" panose="02020603050405020304" pitchFamily="18" charset="0"/>
            </a:endParaRPr>
          </a:p>
        </p:txBody>
      </p:sp>
      <p:pic>
        <p:nvPicPr>
          <p:cNvPr id="5" name="Рисунок 4"/>
          <p:cNvPicPr>
            <a:picLocks noChangeAspect="1"/>
          </p:cNvPicPr>
          <p:nvPr/>
        </p:nvPicPr>
        <p:blipFill rotWithShape="1">
          <a:blip r:embed="rId3"/>
          <a:srcRect l="1176" t="19703" r="1569" b="5996"/>
          <a:stretch/>
        </p:blipFill>
        <p:spPr>
          <a:xfrm>
            <a:off x="252437" y="3126824"/>
            <a:ext cx="7189591" cy="3183512"/>
          </a:xfrm>
          <a:prstGeom prst="rect">
            <a:avLst/>
          </a:prstGeom>
        </p:spPr>
      </p:pic>
      <p:pic>
        <p:nvPicPr>
          <p:cNvPr id="4" name="Рисунок 3"/>
          <p:cNvPicPr>
            <a:picLocks noChangeAspect="1"/>
          </p:cNvPicPr>
          <p:nvPr/>
        </p:nvPicPr>
        <p:blipFill rotWithShape="1">
          <a:blip r:embed="rId4">
            <a:extLst>
              <a:ext uri="{28A0092B-C50C-407E-A947-70E740481C1C}">
                <a14:useLocalDpi xmlns:a14="http://schemas.microsoft.com/office/drawing/2010/main" val="0"/>
              </a:ext>
            </a:extLst>
          </a:blip>
          <a:srcRect t="22741" r="63584" b="10747"/>
          <a:stretch/>
        </p:blipFill>
        <p:spPr>
          <a:xfrm>
            <a:off x="7513512" y="666684"/>
            <a:ext cx="4631160" cy="5786652"/>
          </a:xfrm>
          <a:prstGeom prst="rect">
            <a:avLst/>
          </a:prstGeom>
        </p:spPr>
      </p:pic>
    </p:spTree>
    <p:extLst>
      <p:ext uri="{BB962C8B-B14F-4D97-AF65-F5344CB8AC3E}">
        <p14:creationId xmlns:p14="http://schemas.microsoft.com/office/powerpoint/2010/main" val="16667850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0150572"/>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400" dirty="0" smtClean="0"/>
        </a:defPPr>
      </a:lstStyle>
    </a:txDef>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28056</TotalTime>
  <Words>770</Words>
  <Application>Microsoft Macintosh PowerPoint</Application>
  <PresentationFormat>Широкоэкранный</PresentationFormat>
  <Paragraphs>154</Paragraphs>
  <Slides>5</Slides>
  <Notes>3</Notes>
  <HiddenSlides>0</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5</vt:i4>
      </vt:variant>
    </vt:vector>
  </HeadingPairs>
  <TitlesOfParts>
    <vt:vector size="12" baseType="lpstr">
      <vt:lpstr>Gulim</vt:lpstr>
      <vt:lpstr>맑은 고딕</vt:lpstr>
      <vt:lpstr>Arial</vt:lpstr>
      <vt:lpstr>Calibri</vt:lpstr>
      <vt:lpstr>Times</vt:lpstr>
      <vt:lpstr>Times New Roman</vt:lpstr>
      <vt:lpstr>Тема Office</vt:lpstr>
      <vt:lpstr>I&amp;C Functional Breakdown Structure 55.EC CXRS Edge Preliminary Design Review</vt:lpstr>
      <vt:lpstr>Functional Analysis (L1 + L2)</vt:lpstr>
      <vt:lpstr>Functional Analysis (variable definition)</vt:lpstr>
      <vt:lpstr>55.EC (D1-LD) FBS Outline</vt:lpstr>
      <vt:lpstr>Презентация PowerPoint</vt:lpstr>
    </vt:vector>
  </TitlesOfParts>
  <Company>RF_ITER</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Слайд 1</dc:title>
  <dc:creator>Sergey Portone</dc:creator>
  <cp:lastModifiedBy>Ekaterina Mironova</cp:lastModifiedBy>
  <cp:revision>706</cp:revision>
  <cp:lastPrinted>2014-11-27T08:25:21Z</cp:lastPrinted>
  <dcterms:created xsi:type="dcterms:W3CDTF">2011-04-26T08:07:01Z</dcterms:created>
  <dcterms:modified xsi:type="dcterms:W3CDTF">2019-06-27T12:04:36Z</dcterms:modified>
</cp:coreProperties>
</file>