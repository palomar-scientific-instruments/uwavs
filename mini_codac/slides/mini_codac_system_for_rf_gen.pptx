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7B46EA-9EC9-4AFA-BEA7-F91ED10A5D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888E21A-D685-40F4-B8F6-DEA7978D352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</a:rPr>
              <a:t>Mini-CODAC System For RF Generator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4753800" cy="23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EPICS application (IOC) running in virtual machine on PSH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Python server on Master Controller acting as stream device interface between EPICS IOC and RF generator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" descr=""/>
          <p:cNvPicPr/>
          <p:nvPr/>
        </p:nvPicPr>
        <p:blipFill>
          <a:blip r:embed="rId1"/>
          <a:stretch/>
        </p:blipFill>
        <p:spPr>
          <a:xfrm>
            <a:off x="5050800" y="3233520"/>
            <a:ext cx="0" cy="0"/>
          </a:xfrm>
          <a:prstGeom prst="rect">
            <a:avLst/>
          </a:prstGeom>
          <a:ln w="0">
            <a:noFill/>
          </a:ln>
        </p:spPr>
      </p:pic>
      <p:pic>
        <p:nvPicPr>
          <p:cNvPr id="10" name="" descr=""/>
          <p:cNvPicPr/>
          <p:nvPr/>
        </p:nvPicPr>
        <p:blipFill>
          <a:blip r:embed="rId2"/>
          <a:stretch/>
        </p:blipFill>
        <p:spPr>
          <a:xfrm>
            <a:off x="5050800" y="3233520"/>
            <a:ext cx="0" cy="0"/>
          </a:xfrm>
          <a:prstGeom prst="rect">
            <a:avLst/>
          </a:prstGeom>
          <a:ln w="0">
            <a:noFill/>
          </a:ln>
        </p:spPr>
      </p:pic>
      <p:pic>
        <p:nvPicPr>
          <p:cNvPr id="11" name="" descr=""/>
          <p:cNvPicPr/>
          <p:nvPr/>
        </p:nvPicPr>
        <p:blipFill>
          <a:blip r:embed="rId3"/>
          <a:stretch/>
        </p:blipFill>
        <p:spPr>
          <a:xfrm>
            <a:off x="5486400" y="1256760"/>
            <a:ext cx="4114800" cy="2499120"/>
          </a:xfrm>
          <a:prstGeom prst="rect">
            <a:avLst/>
          </a:prstGeom>
          <a:ln w="0">
            <a:noFill/>
          </a:ln>
        </p:spPr>
      </p:pic>
      <p:pic>
        <p:nvPicPr>
          <p:cNvPr id="12" name="" descr=""/>
          <p:cNvPicPr/>
          <p:nvPr/>
        </p:nvPicPr>
        <p:blipFill>
          <a:blip r:embed="rId4"/>
          <a:stretch/>
        </p:blipFill>
        <p:spPr>
          <a:xfrm>
            <a:off x="2743200" y="3863160"/>
            <a:ext cx="5257800" cy="1623240"/>
          </a:xfrm>
          <a:prstGeom prst="rect">
            <a:avLst/>
          </a:prstGeom>
          <a:ln w="0">
            <a:noFill/>
          </a:ln>
        </p:spPr>
      </p:pic>
      <p:sp>
        <p:nvSpPr>
          <p:cNvPr id="13" name=""/>
          <p:cNvSpPr txBox="1"/>
          <p:nvPr/>
        </p:nvSpPr>
        <p:spPr>
          <a:xfrm>
            <a:off x="1143000" y="4343400"/>
            <a:ext cx="13716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TeX Gyre Schola"/>
              </a:rPr>
              <a:t>Sample HMI for controlling the RF generator</a:t>
            </a:r>
            <a:endParaRPr b="0" lang="en-US" sz="1000" spc="-1" strike="noStrike">
              <a:solidFill>
                <a:srgbClr val="000000"/>
              </a:solidFill>
              <a:latin typeface="TeX Gyre Schol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2026-01-22T12:54:11Z</dcterms:created>
  <dc:creator/>
  <dc:description/>
  <dc:language>en-US</dc:language>
  <cp:lastModifiedBy/>
  <dcterms:modified xsi:type="dcterms:W3CDTF">2026-01-22T13:13:18Z</dcterms:modified>
  <cp:revision>1</cp:revision>
  <dc:subject/>
  <dc:title/>
</cp:coreProperties>
</file>